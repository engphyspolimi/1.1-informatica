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6" r:id="rId2"/>
    <p:sldId id="259" r:id="rId3"/>
    <p:sldId id="257" r:id="rId4"/>
    <p:sldId id="261" r:id="rId5"/>
    <p:sldId id="260" r:id="rId6"/>
    <p:sldId id="262" r:id="rId7"/>
    <p:sldId id="263" r:id="rId8"/>
    <p:sldId id="264" r:id="rId9"/>
    <p:sldId id="265" r:id="rId10"/>
    <p:sldId id="274" r:id="rId11"/>
    <p:sldId id="275" r:id="rId12"/>
    <p:sldId id="276" r:id="rId13"/>
    <p:sldId id="266" r:id="rId14"/>
    <p:sldId id="267" r:id="rId15"/>
    <p:sldId id="268" r:id="rId16"/>
    <p:sldId id="269" r:id="rId17"/>
    <p:sldId id="272" r:id="rId18"/>
    <p:sldId id="273" r:id="rId19"/>
    <p:sldId id="270" r:id="rId20"/>
    <p:sldId id="271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93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12" r:id="rId47"/>
    <p:sldId id="304" r:id="rId48"/>
    <p:sldId id="305" r:id="rId49"/>
    <p:sldId id="311" r:id="rId50"/>
    <p:sldId id="306" r:id="rId51"/>
    <p:sldId id="307" r:id="rId52"/>
    <p:sldId id="308" r:id="rId53"/>
    <p:sldId id="309" r:id="rId54"/>
    <p:sldId id="310" r:id="rId55"/>
    <p:sldId id="313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05A5D8-7314-4B3A-A8F7-BD26737A1532}" v="2" dt="2024-11-12T15:11:14.503"/>
    <p1510:client id="{5901AB58-6267-49BA-AE6C-8338B4FEFF8F}" v="669" dt="2024-11-11T16:15:03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Luciano Cambria" userId="6da4c536-595c-4daa-839e-23373e7117c6" providerId="ADAL" clId="{5901AB58-6267-49BA-AE6C-8338B4FEFF8F}"/>
    <pc:docChg chg="undo redo custSel addSld delSld modSld sldOrd addMainMaster delMainMaster">
      <pc:chgData name="Francesco Luciano Cambria" userId="6da4c536-595c-4daa-839e-23373e7117c6" providerId="ADAL" clId="{5901AB58-6267-49BA-AE6C-8338B4FEFF8F}" dt="2024-11-11T16:15:03.661" v="1907" actId="1036"/>
      <pc:docMkLst>
        <pc:docMk/>
      </pc:docMkLst>
      <pc:sldChg chg="addSp delSp modSp new mod setBg modClrScheme addAnim delAnim modAnim setClrOvrMap chgLayout">
        <pc:chgData name="Francesco Luciano Cambria" userId="6da4c536-595c-4daa-839e-23373e7117c6" providerId="ADAL" clId="{5901AB58-6267-49BA-AE6C-8338B4FEFF8F}" dt="2024-11-11T13:34:29.020" v="217" actId="1076"/>
        <pc:sldMkLst>
          <pc:docMk/>
          <pc:sldMk cId="854422628" sldId="256"/>
        </pc:sldMkLst>
        <pc:spChg chg="mod">
          <ac:chgData name="Francesco Luciano Cambria" userId="6da4c536-595c-4daa-839e-23373e7117c6" providerId="ADAL" clId="{5901AB58-6267-49BA-AE6C-8338B4FEFF8F}" dt="2024-11-11T13:34:09.433" v="212" actId="14100"/>
          <ac:spMkLst>
            <pc:docMk/>
            <pc:sldMk cId="854422628" sldId="256"/>
            <ac:spMk id="2" creationId="{81C833EC-1C77-F2C8-0B60-995F878CBB4B}"/>
          </ac:spMkLst>
        </pc:spChg>
        <pc:spChg chg="mod ord">
          <ac:chgData name="Francesco Luciano Cambria" userId="6da4c536-595c-4daa-839e-23373e7117c6" providerId="ADAL" clId="{5901AB58-6267-49BA-AE6C-8338B4FEFF8F}" dt="2024-11-11T13:34:29.020" v="217" actId="1076"/>
          <ac:spMkLst>
            <pc:docMk/>
            <pc:sldMk cId="854422628" sldId="256"/>
            <ac:spMk id="3" creationId="{8D75C11B-3E11-4734-96C0-4960DAE60ADE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6" creationId="{8C37C960-91F5-4F61-B2CD-8A037920720B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7" creationId="{A5C31099-1BBD-40CE-BC60-FCE50741940D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8" creationId="{E37BCD97-E1A4-4EBB-8D1C-8CC0B55A64B2}"/>
          </ac:spMkLst>
        </pc:spChg>
        <pc:spChg chg="add del">
          <ac:chgData name="Francesco Luciano Cambria" userId="6da4c536-595c-4daa-839e-23373e7117c6" providerId="ADAL" clId="{5901AB58-6267-49BA-AE6C-8338B4FEFF8F}" dt="2024-11-11T13:25:53.354" v="96" actId="26606"/>
          <ac:spMkLst>
            <pc:docMk/>
            <pc:sldMk cId="854422628" sldId="256"/>
            <ac:spMk id="9" creationId="{4187D111-0A9D-421B-84EB-FC5811C3A931}"/>
          </ac:spMkLst>
        </pc:spChg>
        <pc:spChg chg="add del">
          <ac:chgData name="Francesco Luciano Cambria" userId="6da4c536-595c-4daa-839e-23373e7117c6" providerId="ADAL" clId="{5901AB58-6267-49BA-AE6C-8338B4FEFF8F}" dt="2024-11-11T13:21:07.999" v="76" actId="26606"/>
          <ac:spMkLst>
            <pc:docMk/>
            <pc:sldMk cId="854422628" sldId="256"/>
            <ac:spMk id="12" creationId="{DA0CA737-33FC-47E3-965A-D1C2CAA62894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13" creationId="{EA2846BE-460A-477B-A2F4-52F298BF43EE}"/>
          </ac:spMkLst>
        </pc:spChg>
        <pc:spChg chg="add del">
          <ac:chgData name="Francesco Luciano Cambria" userId="6da4c536-595c-4daa-839e-23373e7117c6" providerId="ADAL" clId="{5901AB58-6267-49BA-AE6C-8338B4FEFF8F}" dt="2024-11-11T13:21:07.999" v="76" actId="26606"/>
          <ac:spMkLst>
            <pc:docMk/>
            <pc:sldMk cId="854422628" sldId="256"/>
            <ac:spMk id="14" creationId="{22189942-24EB-488E-8B69-EB80F7E53E36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15" creationId="{C8401D34-2155-4B53-A686-7345BE15C466}"/>
          </ac:spMkLst>
        </pc:spChg>
        <pc:spChg chg="add del">
          <ac:chgData name="Francesco Luciano Cambria" userId="6da4c536-595c-4daa-839e-23373e7117c6" providerId="ADAL" clId="{5901AB58-6267-49BA-AE6C-8338B4FEFF8F}" dt="2024-11-11T13:21:15.110" v="78" actId="26606"/>
          <ac:spMkLst>
            <pc:docMk/>
            <pc:sldMk cId="854422628" sldId="256"/>
            <ac:spMk id="16" creationId="{DC751DA2-9310-4BCD-B76E-31139951AF15}"/>
          </ac:spMkLst>
        </pc:spChg>
        <pc:spChg chg="add del">
          <ac:chgData name="Francesco Luciano Cambria" userId="6da4c536-595c-4daa-839e-23373e7117c6" providerId="ADAL" clId="{5901AB58-6267-49BA-AE6C-8338B4FEFF8F}" dt="2024-11-11T13:21:15.110" v="78" actId="26606"/>
          <ac:spMkLst>
            <pc:docMk/>
            <pc:sldMk cId="854422628" sldId="256"/>
            <ac:spMk id="17" creationId="{7DD67062-25A7-42F1-B181-1800797EC776}"/>
          </ac:spMkLst>
        </pc:spChg>
        <pc:spChg chg="add del">
          <ac:chgData name="Francesco Luciano Cambria" userId="6da4c536-595c-4daa-839e-23373e7117c6" providerId="ADAL" clId="{5901AB58-6267-49BA-AE6C-8338B4FEFF8F}" dt="2024-11-11T13:21:15.110" v="78" actId="26606"/>
          <ac:spMkLst>
            <pc:docMk/>
            <pc:sldMk cId="854422628" sldId="256"/>
            <ac:spMk id="19" creationId="{3A76FBC5-74A5-446E-83ED-7A305EE118CC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20" creationId="{5EDC1F21-AC5B-4D05-9108-5E5D2894884F}"/>
          </ac:spMkLst>
        </pc:spChg>
        <pc:spChg chg="add del">
          <ac:chgData name="Francesco Luciano Cambria" userId="6da4c536-595c-4daa-839e-23373e7117c6" providerId="ADAL" clId="{5901AB58-6267-49BA-AE6C-8338B4FEFF8F}" dt="2024-11-11T13:23:17.937" v="88" actId="26606"/>
          <ac:spMkLst>
            <pc:docMk/>
            <pc:sldMk cId="854422628" sldId="256"/>
            <ac:spMk id="22" creationId="{DA0CA737-33FC-47E3-965A-D1C2CAA62894}"/>
          </ac:spMkLst>
        </pc:spChg>
        <pc:spChg chg="add del">
          <ac:chgData name="Francesco Luciano Cambria" userId="6da4c536-595c-4daa-839e-23373e7117c6" providerId="ADAL" clId="{5901AB58-6267-49BA-AE6C-8338B4FEFF8F}" dt="2024-11-11T13:23:17.937" v="88" actId="26606"/>
          <ac:spMkLst>
            <pc:docMk/>
            <pc:sldMk cId="854422628" sldId="256"/>
            <ac:spMk id="23" creationId="{22189942-24EB-488E-8B69-EB80F7E53E36}"/>
          </ac:spMkLst>
        </pc:spChg>
        <pc:spChg chg="add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29" creationId="{DA9B06D8-F0B8-433D-814C-0A14E9E87025}"/>
          </ac:spMkLst>
        </pc:spChg>
        <pc:spChg chg="add del">
          <ac:chgData name="Francesco Luciano Cambria" userId="6da4c536-595c-4daa-839e-23373e7117c6" providerId="ADAL" clId="{5901AB58-6267-49BA-AE6C-8338B4FEFF8F}" dt="2024-11-11T13:25:53.354" v="96" actId="26606"/>
          <ac:spMkLst>
            <pc:docMk/>
            <pc:sldMk cId="854422628" sldId="256"/>
            <ac:spMk id="44" creationId="{218D3B53-4071-48E8-9CB1-4566DAFA0BAE}"/>
          </ac:spMkLst>
        </pc:spChg>
        <pc:grpChg chg="add del">
          <ac:chgData name="Francesco Luciano Cambria" userId="6da4c536-595c-4daa-839e-23373e7117c6" providerId="ADAL" clId="{5901AB58-6267-49BA-AE6C-8338B4FEFF8F}" dt="2024-11-11T13:25:53.354" v="96" actId="26606"/>
          <ac:grpSpMkLst>
            <pc:docMk/>
            <pc:sldMk cId="854422628" sldId="256"/>
            <ac:grpSpMk id="11" creationId="{CEC7A2BB-E03E-436B-ABA5-3EBC8FB4066D}"/>
          </ac:grpSpMkLst>
        </pc:grpChg>
        <pc:picChg chg="add del mod">
          <ac:chgData name="Francesco Luciano Cambria" userId="6da4c536-595c-4daa-839e-23373e7117c6" providerId="ADAL" clId="{5901AB58-6267-49BA-AE6C-8338B4FEFF8F}" dt="2024-11-11T13:25:53.354" v="96" actId="26606"/>
          <ac:picMkLst>
            <pc:docMk/>
            <pc:sldMk cId="854422628" sldId="256"/>
            <ac:picMk id="4" creationId="{5D5EADDB-F0AE-6F34-694A-CDBD2842D1BF}"/>
          </ac:picMkLst>
        </pc:picChg>
        <pc:picChg chg="add mod ord">
          <ac:chgData name="Francesco Luciano Cambria" userId="6da4c536-595c-4daa-839e-23373e7117c6" providerId="ADAL" clId="{5901AB58-6267-49BA-AE6C-8338B4FEFF8F}" dt="2024-11-11T13:23:17.937" v="88" actId="26606"/>
          <ac:picMkLst>
            <pc:docMk/>
            <pc:sldMk cId="854422628" sldId="256"/>
            <ac:picMk id="5" creationId="{9F1593DF-1ECF-EFF3-81FF-40DE3D4D596C}"/>
          </ac:picMkLst>
        </pc:picChg>
        <pc:picChg chg="add mod">
          <ac:chgData name="Francesco Luciano Cambria" userId="6da4c536-595c-4daa-839e-23373e7117c6" providerId="ADAL" clId="{5901AB58-6267-49BA-AE6C-8338B4FEFF8F}" dt="2024-11-11T13:28:13.849" v="113" actId="1076"/>
          <ac:picMkLst>
            <pc:docMk/>
            <pc:sldMk cId="854422628" sldId="256"/>
            <ac:picMk id="24" creationId="{E0C6EECA-C76F-F032-84BC-1CDA8D20B22C}"/>
          </ac:picMkLst>
        </pc:picChg>
        <pc:cxnChg chg="add del">
          <ac:chgData name="Francesco Luciano Cambria" userId="6da4c536-595c-4daa-839e-23373e7117c6" providerId="ADAL" clId="{5901AB58-6267-49BA-AE6C-8338B4FEFF8F}" dt="2024-11-11T13:21:07.999" v="76" actId="26606"/>
          <ac:cxnSpMkLst>
            <pc:docMk/>
            <pc:sldMk cId="854422628" sldId="256"/>
            <ac:cxnSpMk id="10" creationId="{F3CC58E3-BDF9-495D-9327-85F68058BE32}"/>
          </ac:cxnSpMkLst>
        </pc:cxnChg>
        <pc:cxnChg chg="add del">
          <ac:chgData name="Francesco Luciano Cambria" userId="6da4c536-595c-4daa-839e-23373e7117c6" providerId="ADAL" clId="{5901AB58-6267-49BA-AE6C-8338B4FEFF8F}" dt="2024-11-11T13:21:15.110" v="78" actId="26606"/>
          <ac:cxnSpMkLst>
            <pc:docMk/>
            <pc:sldMk cId="854422628" sldId="256"/>
            <ac:cxnSpMk id="18" creationId="{47D70707-56D7-4FC6-9732-92BF6E16E0A5}"/>
          </ac:cxnSpMkLst>
        </pc:cxnChg>
        <pc:cxnChg chg="add del">
          <ac:chgData name="Francesco Luciano Cambria" userId="6da4c536-595c-4daa-839e-23373e7117c6" providerId="ADAL" clId="{5901AB58-6267-49BA-AE6C-8338B4FEFF8F}" dt="2024-11-11T13:23:17.937" v="88" actId="26606"/>
          <ac:cxnSpMkLst>
            <pc:docMk/>
            <pc:sldMk cId="854422628" sldId="256"/>
            <ac:cxnSpMk id="21" creationId="{F3CC58E3-BDF9-495D-9327-85F68058BE32}"/>
          </ac:cxnSpMkLst>
        </pc:cxnChg>
        <pc:cxnChg chg="add mod">
          <ac:chgData name="Francesco Luciano Cambria" userId="6da4c536-595c-4daa-839e-23373e7117c6" providerId="ADAL" clId="{5901AB58-6267-49BA-AE6C-8338B4FEFF8F}" dt="2024-11-11T13:34:16.322" v="214" actId="14100"/>
          <ac:cxnSpMkLst>
            <pc:docMk/>
            <pc:sldMk cId="854422628" sldId="256"/>
            <ac:cxnSpMk id="51" creationId="{84C4C6AC-0137-63A8-D939-3AD47F6B58F0}"/>
          </ac:cxnSpMkLst>
        </pc:cxnChg>
      </pc:sldChg>
      <pc:sldChg chg="new del">
        <pc:chgData name="Francesco Luciano Cambria" userId="6da4c536-595c-4daa-839e-23373e7117c6" providerId="ADAL" clId="{5901AB58-6267-49BA-AE6C-8338B4FEFF8F}" dt="2024-11-11T13:25:51.695" v="95" actId="680"/>
        <pc:sldMkLst>
          <pc:docMk/>
          <pc:sldMk cId="730467467" sldId="257"/>
        </pc:sldMkLst>
      </pc:sldChg>
      <pc:sldChg chg="addSp delSp modSp new add del mod">
        <pc:chgData name="Francesco Luciano Cambria" userId="6da4c536-595c-4daa-839e-23373e7117c6" providerId="ADAL" clId="{5901AB58-6267-49BA-AE6C-8338B4FEFF8F}" dt="2024-11-11T13:58:59.060" v="519" actId="1076"/>
        <pc:sldMkLst>
          <pc:docMk/>
          <pc:sldMk cId="2633070125" sldId="257"/>
        </pc:sldMkLst>
        <pc:spChg chg="mod">
          <ac:chgData name="Francesco Luciano Cambria" userId="6da4c536-595c-4daa-839e-23373e7117c6" providerId="ADAL" clId="{5901AB58-6267-49BA-AE6C-8338B4FEFF8F}" dt="2024-11-11T13:55:09.671" v="411" actId="1076"/>
          <ac:spMkLst>
            <pc:docMk/>
            <pc:sldMk cId="2633070125" sldId="257"/>
            <ac:spMk id="2" creationId="{4B654BA4-2816-D51D-B3C0-09C565D3E47E}"/>
          </ac:spMkLst>
        </pc:spChg>
        <pc:spChg chg="del">
          <ac:chgData name="Francesco Luciano Cambria" userId="6da4c536-595c-4daa-839e-23373e7117c6" providerId="ADAL" clId="{5901AB58-6267-49BA-AE6C-8338B4FEFF8F}" dt="2024-11-11T13:50:31.400" v="309" actId="478"/>
          <ac:spMkLst>
            <pc:docMk/>
            <pc:sldMk cId="2633070125" sldId="257"/>
            <ac:spMk id="3" creationId="{5D95B21D-097A-C51B-272D-029BF610B412}"/>
          </ac:spMkLst>
        </pc:spChg>
        <pc:spChg chg="add mod">
          <ac:chgData name="Francesco Luciano Cambria" userId="6da4c536-595c-4daa-839e-23373e7117c6" providerId="ADAL" clId="{5901AB58-6267-49BA-AE6C-8338B4FEFF8F}" dt="2024-11-11T13:54:13.003" v="402" actId="14100"/>
          <ac:spMkLst>
            <pc:docMk/>
            <pc:sldMk cId="2633070125" sldId="257"/>
            <ac:spMk id="4" creationId="{A6C97077-640B-4402-47B2-6537A76C4EFB}"/>
          </ac:spMkLst>
        </pc:spChg>
        <pc:spChg chg="mod">
          <ac:chgData name="Francesco Luciano Cambria" userId="6da4c536-595c-4daa-839e-23373e7117c6" providerId="ADAL" clId="{5901AB58-6267-49BA-AE6C-8338B4FEFF8F}" dt="2024-11-11T13:54:58.944" v="409" actId="1076"/>
          <ac:spMkLst>
            <pc:docMk/>
            <pc:sldMk cId="2633070125" sldId="257"/>
            <ac:spMk id="7" creationId="{C9F55E1E-FAF0-8804-01F6-AE8980131923}"/>
          </ac:spMkLst>
        </pc:spChg>
        <pc:spChg chg="add mod">
          <ac:chgData name="Francesco Luciano Cambria" userId="6da4c536-595c-4daa-839e-23373e7117c6" providerId="ADAL" clId="{5901AB58-6267-49BA-AE6C-8338B4FEFF8F}" dt="2024-11-11T13:55:14.693" v="412" actId="14100"/>
          <ac:spMkLst>
            <pc:docMk/>
            <pc:sldMk cId="2633070125" sldId="257"/>
            <ac:spMk id="9" creationId="{86A67B8D-950E-E71D-F367-8B480FAF4A5A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0" creationId="{CF2B24CF-4D85-793D-1CF7-37B14FAAC41F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1" creationId="{C2E86917-5D39-7E97-3415-D8B1E9B80A85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2" creationId="{E0C6F3A3-B9DB-22A3-1E66-DA6CDB615C9E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3" creationId="{361ADB7C-CFE7-5FBF-1F0B-317905657E53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4" creationId="{1D70F165-729C-9346-E0D2-46277FF24AB4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5" creationId="{36D59288-7364-A34E-5E54-34D9604B8F95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6" creationId="{7C12175C-176A-C953-F2E9-B184091BD990}"/>
          </ac:spMkLst>
        </pc:spChg>
        <pc:spChg chg="add mod">
          <ac:chgData name="Francesco Luciano Cambria" userId="6da4c536-595c-4daa-839e-23373e7117c6" providerId="ADAL" clId="{5901AB58-6267-49BA-AE6C-8338B4FEFF8F}" dt="2024-11-11T13:57:51.435" v="494" actId="1036"/>
          <ac:spMkLst>
            <pc:docMk/>
            <pc:sldMk cId="2633070125" sldId="257"/>
            <ac:spMk id="17" creationId="{4B3E1C31-5F72-1839-0244-921A6B39E5CE}"/>
          </ac:spMkLst>
        </pc:spChg>
        <pc:spChg chg="add mod">
          <ac:chgData name="Francesco Luciano Cambria" userId="6da4c536-595c-4daa-839e-23373e7117c6" providerId="ADAL" clId="{5901AB58-6267-49BA-AE6C-8338B4FEFF8F}" dt="2024-11-11T13:58:54.128" v="517" actId="1076"/>
          <ac:spMkLst>
            <pc:docMk/>
            <pc:sldMk cId="2633070125" sldId="257"/>
            <ac:spMk id="18" creationId="{5EAF9712-75B5-3FA0-566B-3E9F2931B851}"/>
          </ac:spMkLst>
        </pc:spChg>
        <pc:spChg chg="add mod">
          <ac:chgData name="Francesco Luciano Cambria" userId="6da4c536-595c-4daa-839e-23373e7117c6" providerId="ADAL" clId="{5901AB58-6267-49BA-AE6C-8338B4FEFF8F}" dt="2024-11-11T13:57:57.959" v="495" actId="1076"/>
          <ac:spMkLst>
            <pc:docMk/>
            <pc:sldMk cId="2633070125" sldId="257"/>
            <ac:spMk id="19" creationId="{95EB01AD-B2EA-40E1-53DE-60F8A6B92624}"/>
          </ac:spMkLst>
        </pc:spChg>
        <pc:spChg chg="add mod">
          <ac:chgData name="Francesco Luciano Cambria" userId="6da4c536-595c-4daa-839e-23373e7117c6" providerId="ADAL" clId="{5901AB58-6267-49BA-AE6C-8338B4FEFF8F}" dt="2024-11-11T13:58:19.867" v="498" actId="122"/>
          <ac:spMkLst>
            <pc:docMk/>
            <pc:sldMk cId="2633070125" sldId="257"/>
            <ac:spMk id="20" creationId="{DDCB5D0E-FB5C-C925-B19F-3328A727CD42}"/>
          </ac:spMkLst>
        </pc:spChg>
        <pc:spChg chg="add mod">
          <ac:chgData name="Francesco Luciano Cambria" userId="6da4c536-595c-4daa-839e-23373e7117c6" providerId="ADAL" clId="{5901AB58-6267-49BA-AE6C-8338B4FEFF8F}" dt="2024-11-11T13:58:35.963" v="512" actId="1076"/>
          <ac:spMkLst>
            <pc:docMk/>
            <pc:sldMk cId="2633070125" sldId="257"/>
            <ac:spMk id="21" creationId="{A21E06E3-6404-04E8-F3F7-783EF14CD11B}"/>
          </ac:spMkLst>
        </pc:spChg>
        <pc:spChg chg="add mod">
          <ac:chgData name="Francesco Luciano Cambria" userId="6da4c536-595c-4daa-839e-23373e7117c6" providerId="ADAL" clId="{5901AB58-6267-49BA-AE6C-8338B4FEFF8F}" dt="2024-11-11T13:58:29.946" v="511" actId="1035"/>
          <ac:spMkLst>
            <pc:docMk/>
            <pc:sldMk cId="2633070125" sldId="257"/>
            <ac:spMk id="22" creationId="{17D462F2-4EA7-9733-7C3D-F641E9738D9A}"/>
          </ac:spMkLst>
        </pc:spChg>
        <pc:spChg chg="add mod">
          <ac:chgData name="Francesco Luciano Cambria" userId="6da4c536-595c-4daa-839e-23373e7117c6" providerId="ADAL" clId="{5901AB58-6267-49BA-AE6C-8338B4FEFF8F}" dt="2024-11-11T13:58:35.963" v="512" actId="1076"/>
          <ac:spMkLst>
            <pc:docMk/>
            <pc:sldMk cId="2633070125" sldId="257"/>
            <ac:spMk id="23" creationId="{D0A5A988-429A-56CB-F19A-DF450963F888}"/>
          </ac:spMkLst>
        </pc:spChg>
        <pc:spChg chg="add mod">
          <ac:chgData name="Francesco Luciano Cambria" userId="6da4c536-595c-4daa-839e-23373e7117c6" providerId="ADAL" clId="{5901AB58-6267-49BA-AE6C-8338B4FEFF8F}" dt="2024-11-11T13:57:37.041" v="481" actId="1076"/>
          <ac:spMkLst>
            <pc:docMk/>
            <pc:sldMk cId="2633070125" sldId="257"/>
            <ac:spMk id="25" creationId="{64530B8D-A1F1-82D6-BB29-5C4E02BC54EF}"/>
          </ac:spMkLst>
        </pc:spChg>
        <pc:grpChg chg="add mod">
          <ac:chgData name="Francesco Luciano Cambria" userId="6da4c536-595c-4daa-839e-23373e7117c6" providerId="ADAL" clId="{5901AB58-6267-49BA-AE6C-8338B4FEFF8F}" dt="2024-11-11T13:54:58.944" v="409" actId="1076"/>
          <ac:grpSpMkLst>
            <pc:docMk/>
            <pc:sldMk cId="2633070125" sldId="257"/>
            <ac:grpSpMk id="5" creationId="{E162E1D4-1A17-520D-798F-2EB4046AE172}"/>
          </ac:grpSpMkLst>
        </pc:grpChg>
        <pc:picChg chg="mod">
          <ac:chgData name="Francesco Luciano Cambria" userId="6da4c536-595c-4daa-839e-23373e7117c6" providerId="ADAL" clId="{5901AB58-6267-49BA-AE6C-8338B4FEFF8F}" dt="2024-11-11T13:54:58.944" v="409" actId="1076"/>
          <ac:picMkLst>
            <pc:docMk/>
            <pc:sldMk cId="2633070125" sldId="257"/>
            <ac:picMk id="6" creationId="{6DFE2A38-4E37-C097-E2C3-91F5279B5757}"/>
          </ac:picMkLst>
        </pc:picChg>
        <pc:picChg chg="add mod">
          <ac:chgData name="Francesco Luciano Cambria" userId="6da4c536-595c-4daa-839e-23373e7117c6" providerId="ADAL" clId="{5901AB58-6267-49BA-AE6C-8338B4FEFF8F}" dt="2024-11-11T13:58:59.060" v="519" actId="1076"/>
          <ac:picMkLst>
            <pc:docMk/>
            <pc:sldMk cId="2633070125" sldId="257"/>
            <ac:picMk id="24" creationId="{6B977F26-972C-F6CF-7602-2F6BCA29847F}"/>
          </ac:picMkLst>
        </pc:picChg>
      </pc:sldChg>
      <pc:sldChg chg="new del">
        <pc:chgData name="Francesco Luciano Cambria" userId="6da4c536-595c-4daa-839e-23373e7117c6" providerId="ADAL" clId="{5901AB58-6267-49BA-AE6C-8338B4FEFF8F}" dt="2024-11-11T13:23:16.682" v="85" actId="680"/>
        <pc:sldMkLst>
          <pc:docMk/>
          <pc:sldMk cId="4184802687" sldId="257"/>
        </pc:sldMkLst>
      </pc:sldChg>
      <pc:sldChg chg="addSp delSp modSp add del mod setBg delDesignElem">
        <pc:chgData name="Francesco Luciano Cambria" userId="6da4c536-595c-4daa-839e-23373e7117c6" providerId="ADAL" clId="{5901AB58-6267-49BA-AE6C-8338B4FEFF8F}" dt="2024-11-11T13:48:10.805" v="275" actId="47"/>
        <pc:sldMkLst>
          <pc:docMk/>
          <pc:sldMk cId="1450187244" sldId="258"/>
        </pc:sldMkLst>
        <pc:spChg chg="del">
          <ac:chgData name="Francesco Luciano Cambria" userId="6da4c536-595c-4daa-839e-23373e7117c6" providerId="ADAL" clId="{5901AB58-6267-49BA-AE6C-8338B4FEFF8F}" dt="2024-11-11T13:41:05.321" v="229" actId="478"/>
          <ac:spMkLst>
            <pc:docMk/>
            <pc:sldMk cId="1450187244" sldId="258"/>
            <ac:spMk id="2" creationId="{A2341D6E-3691-0DC6-0FB9-847E1F346AA0}"/>
          </ac:spMkLst>
        </pc:spChg>
        <pc:spChg chg="del mod">
          <ac:chgData name="Francesco Luciano Cambria" userId="6da4c536-595c-4daa-839e-23373e7117c6" providerId="ADAL" clId="{5901AB58-6267-49BA-AE6C-8338B4FEFF8F}" dt="2024-11-11T13:41:00.052" v="228" actId="478"/>
          <ac:spMkLst>
            <pc:docMk/>
            <pc:sldMk cId="1450187244" sldId="258"/>
            <ac:spMk id="3" creationId="{D6FAE7B3-00E5-A0E7-E8C3-650AD7031A03}"/>
          </ac:spMkLst>
        </pc:spChg>
        <pc:spChg chg="add del mod">
          <ac:chgData name="Francesco Luciano Cambria" userId="6da4c536-595c-4daa-839e-23373e7117c6" providerId="ADAL" clId="{5901AB58-6267-49BA-AE6C-8338B4FEFF8F}" dt="2024-11-11T13:41:08.449" v="230" actId="478"/>
          <ac:spMkLst>
            <pc:docMk/>
            <pc:sldMk cId="1450187244" sldId="258"/>
            <ac:spMk id="5" creationId="{1AD0C4E1-BED5-9AAD-2ECB-168D1A42DA56}"/>
          </ac:spMkLst>
        </pc:spChg>
        <pc:spChg chg="add del mod">
          <ac:chgData name="Francesco Luciano Cambria" userId="6da4c536-595c-4daa-839e-23373e7117c6" providerId="ADAL" clId="{5901AB58-6267-49BA-AE6C-8338B4FEFF8F}" dt="2024-11-11T13:41:38.809" v="231" actId="478"/>
          <ac:spMkLst>
            <pc:docMk/>
            <pc:sldMk cId="1450187244" sldId="258"/>
            <ac:spMk id="7" creationId="{16F0B75D-8F57-6940-1F85-4C5F4AAC1593}"/>
          </ac:spMkLst>
        </pc:spChg>
        <pc:spChg chg="add del mod">
          <ac:chgData name="Francesco Luciano Cambria" userId="6da4c536-595c-4daa-839e-23373e7117c6" providerId="ADAL" clId="{5901AB58-6267-49BA-AE6C-8338B4FEFF8F}" dt="2024-11-11T13:47:06.604" v="241" actId="478"/>
          <ac:spMkLst>
            <pc:docMk/>
            <pc:sldMk cId="1450187244" sldId="258"/>
            <ac:spMk id="8" creationId="{6BDFBD5F-0727-85C9-9639-9AB288ED7DAE}"/>
          </ac:spMkLst>
        </pc:spChg>
        <pc:spChg chg="add del mod ord">
          <ac:chgData name="Francesco Luciano Cambria" userId="6da4c536-595c-4daa-839e-23373e7117c6" providerId="ADAL" clId="{5901AB58-6267-49BA-AE6C-8338B4FEFF8F}" dt="2024-11-11T13:48:05.571" v="271" actId="478"/>
          <ac:spMkLst>
            <pc:docMk/>
            <pc:sldMk cId="1450187244" sldId="258"/>
            <ac:spMk id="9" creationId="{57D9C80D-D5AC-2F52-B015-C840063CCBBC}"/>
          </ac:spMkLst>
        </pc:spChg>
        <pc:spChg chg="del">
          <ac:chgData name="Francesco Luciano Cambria" userId="6da4c536-595c-4daa-839e-23373e7117c6" providerId="ADAL" clId="{5901AB58-6267-49BA-AE6C-8338B4FEFF8F}" dt="2024-11-11T13:39:24.587" v="225"/>
          <ac:spMkLst>
            <pc:docMk/>
            <pc:sldMk cId="1450187244" sldId="258"/>
            <ac:spMk id="29" creationId="{326AA71D-B39A-A699-24DE-C588F1B3A735}"/>
          </ac:spMkLst>
        </pc:spChg>
        <pc:picChg chg="add del mod">
          <ac:chgData name="Francesco Luciano Cambria" userId="6da4c536-595c-4daa-839e-23373e7117c6" providerId="ADAL" clId="{5901AB58-6267-49BA-AE6C-8338B4FEFF8F}" dt="2024-11-11T13:47:04.958" v="240" actId="478"/>
          <ac:picMkLst>
            <pc:docMk/>
            <pc:sldMk cId="1450187244" sldId="258"/>
            <ac:picMk id="10" creationId="{CDD206D2-4D56-092F-C2A1-BD9E4E233F27}"/>
          </ac:picMkLst>
        </pc:picChg>
        <pc:picChg chg="add del mod">
          <ac:chgData name="Francesco Luciano Cambria" userId="6da4c536-595c-4daa-839e-23373e7117c6" providerId="ADAL" clId="{5901AB58-6267-49BA-AE6C-8338B4FEFF8F}" dt="2024-11-11T13:48:07.286" v="272" actId="478"/>
          <ac:picMkLst>
            <pc:docMk/>
            <pc:sldMk cId="1450187244" sldId="258"/>
            <ac:picMk id="11" creationId="{2290D68A-4C44-A4C3-D6A0-001A5B38EF6E}"/>
          </ac:picMkLst>
        </pc:picChg>
        <pc:picChg chg="del">
          <ac:chgData name="Francesco Luciano Cambria" userId="6da4c536-595c-4daa-839e-23373e7117c6" providerId="ADAL" clId="{5901AB58-6267-49BA-AE6C-8338B4FEFF8F}" dt="2024-11-11T13:40:54.985" v="226" actId="478"/>
          <ac:picMkLst>
            <pc:docMk/>
            <pc:sldMk cId="1450187244" sldId="258"/>
            <ac:picMk id="24" creationId="{C44CBDA1-5FAD-B660-6F38-34214DFFBE5D}"/>
          </ac:picMkLst>
        </pc:picChg>
        <pc:cxnChg chg="del">
          <ac:chgData name="Francesco Luciano Cambria" userId="6da4c536-595c-4daa-839e-23373e7117c6" providerId="ADAL" clId="{5901AB58-6267-49BA-AE6C-8338B4FEFF8F}" dt="2024-11-11T13:41:42.009" v="232" actId="478"/>
          <ac:cxnSpMkLst>
            <pc:docMk/>
            <pc:sldMk cId="1450187244" sldId="258"/>
            <ac:cxnSpMk id="51" creationId="{77189116-777C-1C06-E7C2-FE19D44257C1}"/>
          </ac:cxnSpMkLst>
        </pc:cxnChg>
      </pc:sldChg>
      <pc:sldChg chg="addSp delSp modSp add del mod setBg delDesignElem">
        <pc:chgData name="Francesco Luciano Cambria" userId="6da4c536-595c-4daa-839e-23373e7117c6" providerId="ADAL" clId="{5901AB58-6267-49BA-AE6C-8338B4FEFF8F}" dt="2024-11-11T13:48:29.532" v="304" actId="478"/>
        <pc:sldMkLst>
          <pc:docMk/>
          <pc:sldMk cId="4239321616" sldId="259"/>
        </pc:sldMkLst>
        <pc:spChg chg="mod">
          <ac:chgData name="Francesco Luciano Cambria" userId="6da4c536-595c-4daa-839e-23373e7117c6" providerId="ADAL" clId="{5901AB58-6267-49BA-AE6C-8338B4FEFF8F}" dt="2024-11-11T13:48:20.598" v="301" actId="20577"/>
          <ac:spMkLst>
            <pc:docMk/>
            <pc:sldMk cId="4239321616" sldId="259"/>
            <ac:spMk id="2" creationId="{D485547F-92AB-8229-06DF-72D87C00D3FE}"/>
          </ac:spMkLst>
        </pc:spChg>
        <pc:spChg chg="del">
          <ac:chgData name="Francesco Luciano Cambria" userId="6da4c536-595c-4daa-839e-23373e7117c6" providerId="ADAL" clId="{5901AB58-6267-49BA-AE6C-8338B4FEFF8F}" dt="2024-11-11T13:48:26.272" v="303" actId="478"/>
          <ac:spMkLst>
            <pc:docMk/>
            <pc:sldMk cId="4239321616" sldId="259"/>
            <ac:spMk id="3" creationId="{2641D4BF-0673-F8F3-9693-E37298039037}"/>
          </ac:spMkLst>
        </pc:spChg>
        <pc:spChg chg="add del mod">
          <ac:chgData name="Francesco Luciano Cambria" userId="6da4c536-595c-4daa-839e-23373e7117c6" providerId="ADAL" clId="{5901AB58-6267-49BA-AE6C-8338B4FEFF8F}" dt="2024-11-11T13:48:29.532" v="304" actId="478"/>
          <ac:spMkLst>
            <pc:docMk/>
            <pc:sldMk cId="4239321616" sldId="259"/>
            <ac:spMk id="5" creationId="{0A0B5ECE-2399-FB1B-72D3-FF16190AEFAC}"/>
          </ac:spMkLst>
        </pc:spChg>
        <pc:spChg chg="del">
          <ac:chgData name="Francesco Luciano Cambria" userId="6da4c536-595c-4daa-839e-23373e7117c6" providerId="ADAL" clId="{5901AB58-6267-49BA-AE6C-8338B4FEFF8F}" dt="2024-11-11T13:48:09.338" v="274"/>
          <ac:spMkLst>
            <pc:docMk/>
            <pc:sldMk cId="4239321616" sldId="259"/>
            <ac:spMk id="29" creationId="{9B8D12BE-79AE-20D8-743F-8DC8C05512CB}"/>
          </ac:spMkLst>
        </pc:spChg>
        <pc:cxnChg chg="del">
          <ac:chgData name="Francesco Luciano Cambria" userId="6da4c536-595c-4daa-839e-23373e7117c6" providerId="ADAL" clId="{5901AB58-6267-49BA-AE6C-8338B4FEFF8F}" dt="2024-11-11T13:48:23.009" v="302" actId="478"/>
          <ac:cxnSpMkLst>
            <pc:docMk/>
            <pc:sldMk cId="4239321616" sldId="259"/>
            <ac:cxnSpMk id="51" creationId="{37B217D6-9E19-06B0-8F9D-02A03A6A55B9}"/>
          </ac:cxnSpMkLst>
        </pc:cxnChg>
      </pc:sldChg>
      <pc:sldChg chg="addSp delSp modSp add mod">
        <pc:chgData name="Francesco Luciano Cambria" userId="6da4c536-595c-4daa-839e-23373e7117c6" providerId="ADAL" clId="{5901AB58-6267-49BA-AE6C-8338B4FEFF8F}" dt="2024-11-11T14:06:08.071" v="671" actId="207"/>
        <pc:sldMkLst>
          <pc:docMk/>
          <pc:sldMk cId="1728602133" sldId="260"/>
        </pc:sldMkLst>
        <pc:spChg chg="mod">
          <ac:chgData name="Francesco Luciano Cambria" userId="6da4c536-595c-4daa-839e-23373e7117c6" providerId="ADAL" clId="{5901AB58-6267-49BA-AE6C-8338B4FEFF8F}" dt="2024-11-11T14:04:11.056" v="614" actId="20577"/>
          <ac:spMkLst>
            <pc:docMk/>
            <pc:sldMk cId="1728602133" sldId="260"/>
            <ac:spMk id="2" creationId="{C073B9F7-F069-2647-FC48-AC6B26E73D05}"/>
          </ac:spMkLst>
        </pc:spChg>
        <pc:spChg chg="add del mod">
          <ac:chgData name="Francesco Luciano Cambria" userId="6da4c536-595c-4daa-839e-23373e7117c6" providerId="ADAL" clId="{5901AB58-6267-49BA-AE6C-8338B4FEFF8F}" dt="2024-11-11T13:59:44.635" v="534" actId="478"/>
          <ac:spMkLst>
            <pc:docMk/>
            <pc:sldMk cId="1728602133" sldId="260"/>
            <ac:spMk id="3" creationId="{854BB37D-59E4-2017-80FD-238AAB63B625}"/>
          </ac:spMkLst>
        </pc:spChg>
        <pc:spChg chg="del mod">
          <ac:chgData name="Francesco Luciano Cambria" userId="6da4c536-595c-4daa-839e-23373e7117c6" providerId="ADAL" clId="{5901AB58-6267-49BA-AE6C-8338B4FEFF8F}" dt="2024-11-11T13:59:10.590" v="524" actId="478"/>
          <ac:spMkLst>
            <pc:docMk/>
            <pc:sldMk cId="1728602133" sldId="260"/>
            <ac:spMk id="4" creationId="{4A949F88-BBA8-F3A7-A27F-250081EDDA3C}"/>
          </ac:spMkLst>
        </pc:spChg>
        <pc:spChg chg="del">
          <ac:chgData name="Francesco Luciano Cambria" userId="6da4c536-595c-4daa-839e-23373e7117c6" providerId="ADAL" clId="{5901AB58-6267-49BA-AE6C-8338B4FEFF8F}" dt="2024-11-11T13:59:14.502" v="526" actId="478"/>
          <ac:spMkLst>
            <pc:docMk/>
            <pc:sldMk cId="1728602133" sldId="260"/>
            <ac:spMk id="9" creationId="{1F410373-FD10-FB30-24E4-0665968C9633}"/>
          </ac:spMkLst>
        </pc:spChg>
        <pc:spChg chg="mod">
          <ac:chgData name="Francesco Luciano Cambria" userId="6da4c536-595c-4daa-839e-23373e7117c6" providerId="ADAL" clId="{5901AB58-6267-49BA-AE6C-8338B4FEFF8F}" dt="2024-11-11T14:05:53.530" v="670" actId="1076"/>
          <ac:spMkLst>
            <pc:docMk/>
            <pc:sldMk cId="1728602133" sldId="260"/>
            <ac:spMk id="10" creationId="{58C3373A-16C3-7F39-BD03-7423AE4B1003}"/>
          </ac:spMkLst>
        </pc:spChg>
        <pc:spChg chg="mod">
          <ac:chgData name="Francesco Luciano Cambria" userId="6da4c536-595c-4daa-839e-23373e7117c6" providerId="ADAL" clId="{5901AB58-6267-49BA-AE6C-8338B4FEFF8F}" dt="2024-11-11T14:05:53.530" v="670" actId="1076"/>
          <ac:spMkLst>
            <pc:docMk/>
            <pc:sldMk cId="1728602133" sldId="260"/>
            <ac:spMk id="11" creationId="{5E75C233-498E-45EC-C6E4-A7E1B1AE4FAA}"/>
          </ac:spMkLst>
        </pc:spChg>
        <pc:spChg chg="add del mod">
          <ac:chgData name="Francesco Luciano Cambria" userId="6da4c536-595c-4daa-839e-23373e7117c6" providerId="ADAL" clId="{5901AB58-6267-49BA-AE6C-8338B4FEFF8F}" dt="2024-11-11T14:04:55.094" v="637" actId="478"/>
          <ac:spMkLst>
            <pc:docMk/>
            <pc:sldMk cId="1728602133" sldId="260"/>
            <ac:spMk id="12" creationId="{A2DCF0F6-23C3-3F8C-0384-7D18D007E902}"/>
          </ac:spMkLst>
        </pc:spChg>
        <pc:spChg chg="add mod">
          <ac:chgData name="Francesco Luciano Cambria" userId="6da4c536-595c-4daa-839e-23373e7117c6" providerId="ADAL" clId="{5901AB58-6267-49BA-AE6C-8338B4FEFF8F}" dt="2024-11-11T14:05:53.530" v="670" actId="1076"/>
          <ac:spMkLst>
            <pc:docMk/>
            <pc:sldMk cId="1728602133" sldId="260"/>
            <ac:spMk id="13" creationId="{5D6C8D09-8022-1833-CC90-9F2E8E626386}"/>
          </ac:spMkLst>
        </pc:spChg>
        <pc:spChg chg="add del mod">
          <ac:chgData name="Francesco Luciano Cambria" userId="6da4c536-595c-4daa-839e-23373e7117c6" providerId="ADAL" clId="{5901AB58-6267-49BA-AE6C-8338B4FEFF8F}" dt="2024-11-11T14:05:24.021" v="666" actId="478"/>
          <ac:spMkLst>
            <pc:docMk/>
            <pc:sldMk cId="1728602133" sldId="260"/>
            <ac:spMk id="14" creationId="{D26B3D6F-CD1A-E236-22CC-DE3977171134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17" creationId="{A8803FBB-6E4D-7138-1306-B4905555F1D7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18" creationId="{5A899F0A-4A5C-4EA4-38B7-C7C5643805D0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19" creationId="{FED47F86-FA2A-4534-9A24-04FA20F11C27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20" creationId="{830630E2-6019-9D8C-717E-5FFA8AF7F898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21" creationId="{8E7411FF-C83A-4D27-10F7-FB001AB6D01E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22" creationId="{3F7AF50A-EC5A-BA81-0AC2-7271F7F4F48D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23" creationId="{FA202D2C-14D6-74DA-178D-2130999C9F07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25" creationId="{D55921A1-F03F-5381-B951-79C5957DD157}"/>
          </ac:spMkLst>
        </pc:spChg>
        <pc:grpChg chg="del">
          <ac:chgData name="Francesco Luciano Cambria" userId="6da4c536-595c-4daa-839e-23373e7117c6" providerId="ADAL" clId="{5901AB58-6267-49BA-AE6C-8338B4FEFF8F}" dt="2024-11-11T13:59:11.817" v="525" actId="478"/>
          <ac:grpSpMkLst>
            <pc:docMk/>
            <pc:sldMk cId="1728602133" sldId="260"/>
            <ac:grpSpMk id="5" creationId="{B9456F74-9B85-5FDE-2F01-B6E8D4A98DBC}"/>
          </ac:grpSpMkLst>
        </pc:grpChg>
        <pc:grpChg chg="add mod">
          <ac:chgData name="Francesco Luciano Cambria" userId="6da4c536-595c-4daa-839e-23373e7117c6" providerId="ADAL" clId="{5901AB58-6267-49BA-AE6C-8338B4FEFF8F}" dt="2024-11-11T14:06:08.071" v="671" actId="207"/>
          <ac:grpSpMkLst>
            <pc:docMk/>
            <pc:sldMk cId="1728602133" sldId="260"/>
            <ac:grpSpMk id="8" creationId="{91468F65-3435-C4A3-C237-5DBC1865C7FE}"/>
          </ac:grpSpMkLst>
        </pc:grpChg>
        <pc:picChg chg="del">
          <ac:chgData name="Francesco Luciano Cambria" userId="6da4c536-595c-4daa-839e-23373e7117c6" providerId="ADAL" clId="{5901AB58-6267-49BA-AE6C-8338B4FEFF8F}" dt="2024-11-11T13:59:18.353" v="528" actId="478"/>
          <ac:picMkLst>
            <pc:docMk/>
            <pc:sldMk cId="1728602133" sldId="260"/>
            <ac:picMk id="24" creationId="{59C317A6-AEC1-D585-FCDB-F02AE834A9B7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4:03:32.356" v="603" actId="1076"/>
        <pc:sldMkLst>
          <pc:docMk/>
          <pc:sldMk cId="911950576" sldId="261"/>
        </pc:sldMkLst>
        <pc:spChg chg="mod">
          <ac:chgData name="Francesco Luciano Cambria" userId="6da4c536-595c-4daa-839e-23373e7117c6" providerId="ADAL" clId="{5901AB58-6267-49BA-AE6C-8338B4FEFF8F}" dt="2024-11-11T14:00:07.938" v="542" actId="20577"/>
          <ac:spMkLst>
            <pc:docMk/>
            <pc:sldMk cId="911950576" sldId="261"/>
            <ac:spMk id="2" creationId="{EE900BCA-12A6-9B52-7C53-DE7A0FA07ECA}"/>
          </ac:spMkLst>
        </pc:spChg>
        <pc:spChg chg="mod">
          <ac:chgData name="Francesco Luciano Cambria" userId="6da4c536-595c-4daa-839e-23373e7117c6" providerId="ADAL" clId="{5901AB58-6267-49BA-AE6C-8338B4FEFF8F}" dt="2024-11-11T14:01:16.034" v="555" actId="14100"/>
          <ac:spMkLst>
            <pc:docMk/>
            <pc:sldMk cId="911950576" sldId="261"/>
            <ac:spMk id="4" creationId="{97099F14-2E6D-5E65-C606-97D0C8EB254B}"/>
          </ac:spMkLst>
        </pc:spChg>
        <pc:spChg chg="del">
          <ac:chgData name="Francesco Luciano Cambria" userId="6da4c536-595c-4daa-839e-23373e7117c6" providerId="ADAL" clId="{5901AB58-6267-49BA-AE6C-8338B4FEFF8F}" dt="2024-11-11T14:00:13.559" v="544" actId="478"/>
          <ac:spMkLst>
            <pc:docMk/>
            <pc:sldMk cId="911950576" sldId="261"/>
            <ac:spMk id="9" creationId="{85E796B4-81A6-3EB6-71DD-6FA1A4C25956}"/>
          </ac:spMkLst>
        </pc:spChg>
        <pc:spChg chg="add mod">
          <ac:chgData name="Francesco Luciano Cambria" userId="6da4c536-595c-4daa-839e-23373e7117c6" providerId="ADAL" clId="{5901AB58-6267-49BA-AE6C-8338B4FEFF8F}" dt="2024-11-11T14:02:22.578" v="584" actId="20577"/>
          <ac:spMkLst>
            <pc:docMk/>
            <pc:sldMk cId="911950576" sldId="261"/>
            <ac:spMk id="10" creationId="{C6402293-5AFF-2536-0D44-EA5026051EAB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17" creationId="{16D7D6D9-5B3B-17EF-C35B-B10F63E152A0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18" creationId="{9368A00F-EB05-4FB1-5219-445E97CF30BF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19" creationId="{D1D6FA96-38EA-7F10-FFB2-3613F9B41184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20" creationId="{6CF1E317-3F9B-A08F-DA9C-56414A4F67A8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21" creationId="{E028DDF6-9F1F-7C9F-FC66-72BA23B477A5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22" creationId="{57B968F4-E759-B306-E0FE-5D8A8DF8FA8F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23" creationId="{DE1041FA-DF2D-92E2-49B3-CD9D24C42391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25" creationId="{F4600A56-4DD6-47FF-6EA2-BED1CDCD1B66}"/>
          </ac:spMkLst>
        </pc:spChg>
        <pc:grpChg chg="del">
          <ac:chgData name="Francesco Luciano Cambria" userId="6da4c536-595c-4daa-839e-23373e7117c6" providerId="ADAL" clId="{5901AB58-6267-49BA-AE6C-8338B4FEFF8F}" dt="2024-11-11T14:00:10.810" v="543" actId="478"/>
          <ac:grpSpMkLst>
            <pc:docMk/>
            <pc:sldMk cId="911950576" sldId="261"/>
            <ac:grpSpMk id="5" creationId="{6E35DB7B-DBAD-D2CC-7820-8609C6793CF6}"/>
          </ac:grpSpMkLst>
        </pc:grpChg>
        <pc:picChg chg="add mod">
          <ac:chgData name="Francesco Luciano Cambria" userId="6da4c536-595c-4daa-839e-23373e7117c6" providerId="ADAL" clId="{5901AB58-6267-49BA-AE6C-8338B4FEFF8F}" dt="2024-11-11T14:01:22.129" v="558" actId="1076"/>
          <ac:picMkLst>
            <pc:docMk/>
            <pc:sldMk cId="911950576" sldId="261"/>
            <ac:picMk id="3" creationId="{4CAD8D1D-2374-32A3-0176-91DE0F65124A}"/>
          </ac:picMkLst>
        </pc:picChg>
        <pc:picChg chg="add mod">
          <ac:chgData name="Francesco Luciano Cambria" userId="6da4c536-595c-4daa-839e-23373e7117c6" providerId="ADAL" clId="{5901AB58-6267-49BA-AE6C-8338B4FEFF8F}" dt="2024-11-11T14:01:24.984" v="559" actId="1076"/>
          <ac:picMkLst>
            <pc:docMk/>
            <pc:sldMk cId="911950576" sldId="261"/>
            <ac:picMk id="8" creationId="{2DE5FD76-F280-8DEE-AB74-D70C6BD34C39}"/>
          </ac:picMkLst>
        </pc:picChg>
        <pc:picChg chg="add del mod">
          <ac:chgData name="Francesco Luciano Cambria" userId="6da4c536-595c-4daa-839e-23373e7117c6" providerId="ADAL" clId="{5901AB58-6267-49BA-AE6C-8338B4FEFF8F}" dt="2024-11-11T14:02:51.207" v="589" actId="478"/>
          <ac:picMkLst>
            <pc:docMk/>
            <pc:sldMk cId="911950576" sldId="261"/>
            <ac:picMk id="11" creationId="{A7FC7858-5700-FE93-57F3-BFBD2A116CDF}"/>
          </ac:picMkLst>
        </pc:picChg>
        <pc:picChg chg="add del mod">
          <ac:chgData name="Francesco Luciano Cambria" userId="6da4c536-595c-4daa-839e-23373e7117c6" providerId="ADAL" clId="{5901AB58-6267-49BA-AE6C-8338B4FEFF8F}" dt="2024-11-11T14:03:14.397" v="597" actId="478"/>
          <ac:picMkLst>
            <pc:docMk/>
            <pc:sldMk cId="911950576" sldId="261"/>
            <ac:picMk id="12" creationId="{CF1DBA6F-F779-A8A0-FD3A-58DE8B3D276A}"/>
          </ac:picMkLst>
        </pc:picChg>
        <pc:picChg chg="add del mod">
          <ac:chgData name="Francesco Luciano Cambria" userId="6da4c536-595c-4daa-839e-23373e7117c6" providerId="ADAL" clId="{5901AB58-6267-49BA-AE6C-8338B4FEFF8F}" dt="2024-11-11T14:03:07.126" v="594" actId="478"/>
          <ac:picMkLst>
            <pc:docMk/>
            <pc:sldMk cId="911950576" sldId="261"/>
            <ac:picMk id="13" creationId="{C2943736-6BC2-3AA0-E2C3-83095B60DC8A}"/>
          </ac:picMkLst>
        </pc:picChg>
        <pc:picChg chg="add del mod">
          <ac:chgData name="Francesco Luciano Cambria" userId="6da4c536-595c-4daa-839e-23373e7117c6" providerId="ADAL" clId="{5901AB58-6267-49BA-AE6C-8338B4FEFF8F}" dt="2024-11-11T14:03:07.126" v="594" actId="478"/>
          <ac:picMkLst>
            <pc:docMk/>
            <pc:sldMk cId="911950576" sldId="261"/>
            <ac:picMk id="14" creationId="{F90DEE58-FB61-68D7-DAD2-1D4F4296B74B}"/>
          </ac:picMkLst>
        </pc:picChg>
        <pc:picChg chg="add mod">
          <ac:chgData name="Francesco Luciano Cambria" userId="6da4c536-595c-4daa-839e-23373e7117c6" providerId="ADAL" clId="{5901AB58-6267-49BA-AE6C-8338B4FEFF8F}" dt="2024-11-11T14:03:21.986" v="599" actId="1076"/>
          <ac:picMkLst>
            <pc:docMk/>
            <pc:sldMk cId="911950576" sldId="261"/>
            <ac:picMk id="15" creationId="{4E66BD02-1CE1-3BB3-1610-364E23CD04C0}"/>
          </ac:picMkLst>
        </pc:picChg>
        <pc:picChg chg="add mod">
          <ac:chgData name="Francesco Luciano Cambria" userId="6da4c536-595c-4daa-839e-23373e7117c6" providerId="ADAL" clId="{5901AB58-6267-49BA-AE6C-8338B4FEFF8F}" dt="2024-11-11T14:03:32.356" v="603" actId="1076"/>
          <ac:picMkLst>
            <pc:docMk/>
            <pc:sldMk cId="911950576" sldId="261"/>
            <ac:picMk id="16" creationId="{1DC39B35-3654-E6BC-48A4-16A142E5D131}"/>
          </ac:picMkLst>
        </pc:picChg>
        <pc:picChg chg="del">
          <ac:chgData name="Francesco Luciano Cambria" userId="6da4c536-595c-4daa-839e-23373e7117c6" providerId="ADAL" clId="{5901AB58-6267-49BA-AE6C-8338B4FEFF8F}" dt="2024-11-11T14:00:58.859" v="549" actId="478"/>
          <ac:picMkLst>
            <pc:docMk/>
            <pc:sldMk cId="911950576" sldId="261"/>
            <ac:picMk id="24" creationId="{AE6D43B9-8B7C-049D-A2DA-F37CA4D5164E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4:06:57.923" v="681" actId="478"/>
        <pc:sldMkLst>
          <pc:docMk/>
          <pc:sldMk cId="658244640" sldId="262"/>
        </pc:sldMkLst>
        <pc:spChg chg="mod">
          <ac:chgData name="Francesco Luciano Cambria" userId="6da4c536-595c-4daa-839e-23373e7117c6" providerId="ADAL" clId="{5901AB58-6267-49BA-AE6C-8338B4FEFF8F}" dt="2024-11-11T14:06:15.519" v="674" actId="20577"/>
          <ac:spMkLst>
            <pc:docMk/>
            <pc:sldMk cId="658244640" sldId="262"/>
            <ac:spMk id="2" creationId="{6E5E86EC-6844-243C-88AD-783296E1E96D}"/>
          </ac:spMkLst>
        </pc:spChg>
        <pc:spChg chg="mod">
          <ac:chgData name="Francesco Luciano Cambria" userId="6da4c536-595c-4daa-839e-23373e7117c6" providerId="ADAL" clId="{5901AB58-6267-49BA-AE6C-8338B4FEFF8F}" dt="2024-11-11T14:06:39.162" v="676" actId="1076"/>
          <ac:spMkLst>
            <pc:docMk/>
            <pc:sldMk cId="658244640" sldId="262"/>
            <ac:spMk id="4" creationId="{2BA2F230-A4F0-3061-1B32-08B9BF2BC499}"/>
          </ac:spMkLst>
        </pc:spChg>
        <pc:spChg chg="mod">
          <ac:chgData name="Francesco Luciano Cambria" userId="6da4c536-595c-4daa-839e-23373e7117c6" providerId="ADAL" clId="{5901AB58-6267-49BA-AE6C-8338B4FEFF8F}" dt="2024-11-11T14:06:39.162" v="676" actId="1076"/>
          <ac:spMkLst>
            <pc:docMk/>
            <pc:sldMk cId="658244640" sldId="262"/>
            <ac:spMk id="5" creationId="{761CBEA4-0671-F537-7804-982176268793}"/>
          </ac:spMkLst>
        </pc:spChg>
        <pc:spChg chg="add del mod">
          <ac:chgData name="Francesco Luciano Cambria" userId="6da4c536-595c-4daa-839e-23373e7117c6" providerId="ADAL" clId="{5901AB58-6267-49BA-AE6C-8338B4FEFF8F}" dt="2024-11-11T14:06:57.923" v="681" actId="478"/>
          <ac:spMkLst>
            <pc:docMk/>
            <pc:sldMk cId="658244640" sldId="262"/>
            <ac:spMk id="6" creationId="{365CCE71-D339-14EA-1B77-4C520502FCE2}"/>
          </ac:spMkLst>
        </pc:spChg>
        <pc:spChg chg="add del mod">
          <ac:chgData name="Francesco Luciano Cambria" userId="6da4c536-595c-4daa-839e-23373e7117c6" providerId="ADAL" clId="{5901AB58-6267-49BA-AE6C-8338B4FEFF8F}" dt="2024-11-11T14:06:57.923" v="681" actId="478"/>
          <ac:spMkLst>
            <pc:docMk/>
            <pc:sldMk cId="658244640" sldId="262"/>
            <ac:spMk id="7" creationId="{B00E1651-9ABB-259D-6D54-B73A3A96F3F7}"/>
          </ac:spMkLst>
        </pc:spChg>
        <pc:spChg chg="mod">
          <ac:chgData name="Francesco Luciano Cambria" userId="6da4c536-595c-4daa-839e-23373e7117c6" providerId="ADAL" clId="{5901AB58-6267-49BA-AE6C-8338B4FEFF8F}" dt="2024-11-11T14:06:48.475" v="678" actId="14100"/>
          <ac:spMkLst>
            <pc:docMk/>
            <pc:sldMk cId="658244640" sldId="262"/>
            <ac:spMk id="10" creationId="{FB492800-7C1A-B3EE-6772-D7E2B996383F}"/>
          </ac:spMkLst>
        </pc:spChg>
        <pc:spChg chg="mod">
          <ac:chgData name="Francesco Luciano Cambria" userId="6da4c536-595c-4daa-839e-23373e7117c6" providerId="ADAL" clId="{5901AB58-6267-49BA-AE6C-8338B4FEFF8F}" dt="2024-11-11T14:06:48.475" v="678" actId="14100"/>
          <ac:spMkLst>
            <pc:docMk/>
            <pc:sldMk cId="658244640" sldId="262"/>
            <ac:spMk id="11" creationId="{F33DDC53-0ABA-9505-8C0D-18163CB5F135}"/>
          </ac:spMkLst>
        </pc:spChg>
        <pc:spChg chg="mod">
          <ac:chgData name="Francesco Luciano Cambria" userId="6da4c536-595c-4daa-839e-23373e7117c6" providerId="ADAL" clId="{5901AB58-6267-49BA-AE6C-8338B4FEFF8F}" dt="2024-11-11T14:06:53.922" v="680" actId="14100"/>
          <ac:spMkLst>
            <pc:docMk/>
            <pc:sldMk cId="658244640" sldId="262"/>
            <ac:spMk id="13" creationId="{C807F30E-9BDF-1190-0EFF-3CEDE3C6D9F2}"/>
          </ac:spMkLst>
        </pc:spChg>
        <pc:grpChg chg="add del mod">
          <ac:chgData name="Francesco Luciano Cambria" userId="6da4c536-595c-4daa-839e-23373e7117c6" providerId="ADAL" clId="{5901AB58-6267-49BA-AE6C-8338B4FEFF8F}" dt="2024-11-11T14:06:57.923" v="681" actId="478"/>
          <ac:grpSpMkLst>
            <pc:docMk/>
            <pc:sldMk cId="658244640" sldId="262"/>
            <ac:grpSpMk id="3" creationId="{E51B141D-3B86-9865-F223-DD142D550E2D}"/>
          </ac:grpSpMkLst>
        </pc:grpChg>
        <pc:grpChg chg="mod">
          <ac:chgData name="Francesco Luciano Cambria" userId="6da4c536-595c-4daa-839e-23373e7117c6" providerId="ADAL" clId="{5901AB58-6267-49BA-AE6C-8338B4FEFF8F}" dt="2024-11-11T14:06:48.475" v="678" actId="14100"/>
          <ac:grpSpMkLst>
            <pc:docMk/>
            <pc:sldMk cId="658244640" sldId="262"/>
            <ac:grpSpMk id="8" creationId="{9F3F40FA-FB43-EEC2-0CFB-BC323B96FC1A}"/>
          </ac:grpSpMkLst>
        </pc:grpChg>
      </pc:sldChg>
      <pc:sldChg chg="add del">
        <pc:chgData name="Francesco Luciano Cambria" userId="6da4c536-595c-4daa-839e-23373e7117c6" providerId="ADAL" clId="{5901AB58-6267-49BA-AE6C-8338B4FEFF8F}" dt="2024-11-11T13:59:50.082" v="537"/>
        <pc:sldMkLst>
          <pc:docMk/>
          <pc:sldMk cId="1655472976" sldId="262"/>
        </pc:sldMkLst>
      </pc:sldChg>
      <pc:sldChg chg="addSp delSp modSp add mod">
        <pc:chgData name="Francesco Luciano Cambria" userId="6da4c536-595c-4daa-839e-23373e7117c6" providerId="ADAL" clId="{5901AB58-6267-49BA-AE6C-8338B4FEFF8F}" dt="2024-11-11T14:08:02.234" v="695" actId="478"/>
        <pc:sldMkLst>
          <pc:docMk/>
          <pc:sldMk cId="1259984767" sldId="263"/>
        </pc:sldMkLst>
        <pc:spChg chg="mod">
          <ac:chgData name="Francesco Luciano Cambria" userId="6da4c536-595c-4daa-839e-23373e7117c6" providerId="ADAL" clId="{5901AB58-6267-49BA-AE6C-8338B4FEFF8F}" dt="2024-11-11T14:07:03.166" v="684" actId="20577"/>
          <ac:spMkLst>
            <pc:docMk/>
            <pc:sldMk cId="1259984767" sldId="263"/>
            <ac:spMk id="2" creationId="{8E5A37DB-073C-E90D-531D-BB72A0B28302}"/>
          </ac:spMkLst>
        </pc:spChg>
        <pc:spChg chg="mod">
          <ac:chgData name="Francesco Luciano Cambria" userId="6da4c536-595c-4daa-839e-23373e7117c6" providerId="ADAL" clId="{5901AB58-6267-49BA-AE6C-8338B4FEFF8F}" dt="2024-11-11T14:07:31.323" v="687" actId="1076"/>
          <ac:spMkLst>
            <pc:docMk/>
            <pc:sldMk cId="1259984767" sldId="263"/>
            <ac:spMk id="4" creationId="{43752C25-0A34-E261-B595-6AB416DF2BE1}"/>
          </ac:spMkLst>
        </pc:spChg>
        <pc:spChg chg="mod">
          <ac:chgData name="Francesco Luciano Cambria" userId="6da4c536-595c-4daa-839e-23373e7117c6" providerId="ADAL" clId="{5901AB58-6267-49BA-AE6C-8338B4FEFF8F}" dt="2024-11-11T14:07:31.323" v="687" actId="1076"/>
          <ac:spMkLst>
            <pc:docMk/>
            <pc:sldMk cId="1259984767" sldId="263"/>
            <ac:spMk id="5" creationId="{9C67A744-0F83-49B0-77BE-1ACB9FD145F8}"/>
          </ac:spMkLst>
        </pc:spChg>
        <pc:spChg chg="add del mod">
          <ac:chgData name="Francesco Luciano Cambria" userId="6da4c536-595c-4daa-839e-23373e7117c6" providerId="ADAL" clId="{5901AB58-6267-49BA-AE6C-8338B4FEFF8F}" dt="2024-11-11T14:08:02.234" v="695" actId="478"/>
          <ac:spMkLst>
            <pc:docMk/>
            <pc:sldMk cId="1259984767" sldId="263"/>
            <ac:spMk id="6" creationId="{D1A7C741-8537-7FD4-D2C6-F6A099C3EDD7}"/>
          </ac:spMkLst>
        </pc:spChg>
        <pc:spChg chg="add del mod">
          <ac:chgData name="Francesco Luciano Cambria" userId="6da4c536-595c-4daa-839e-23373e7117c6" providerId="ADAL" clId="{5901AB58-6267-49BA-AE6C-8338B4FEFF8F}" dt="2024-11-11T14:08:02.234" v="695" actId="478"/>
          <ac:spMkLst>
            <pc:docMk/>
            <pc:sldMk cId="1259984767" sldId="263"/>
            <ac:spMk id="7" creationId="{EAD1B6AA-C104-3489-27E9-1034075671DF}"/>
          </ac:spMkLst>
        </pc:spChg>
        <pc:spChg chg="mod">
          <ac:chgData name="Francesco Luciano Cambria" userId="6da4c536-595c-4daa-839e-23373e7117c6" providerId="ADAL" clId="{5901AB58-6267-49BA-AE6C-8338B4FEFF8F}" dt="2024-11-11T14:07:58.317" v="694" actId="14100"/>
          <ac:spMkLst>
            <pc:docMk/>
            <pc:sldMk cId="1259984767" sldId="263"/>
            <ac:spMk id="10" creationId="{C4CC4943-D581-1589-CC88-BD44EFC1DCEE}"/>
          </ac:spMkLst>
        </pc:spChg>
        <pc:spChg chg="mod">
          <ac:chgData name="Francesco Luciano Cambria" userId="6da4c536-595c-4daa-839e-23373e7117c6" providerId="ADAL" clId="{5901AB58-6267-49BA-AE6C-8338B4FEFF8F}" dt="2024-11-11T14:07:58.317" v="694" actId="14100"/>
          <ac:spMkLst>
            <pc:docMk/>
            <pc:sldMk cId="1259984767" sldId="263"/>
            <ac:spMk id="11" creationId="{EAF3A6BC-D66D-520E-6A4D-1766F4137DB7}"/>
          </ac:spMkLst>
        </pc:spChg>
        <pc:spChg chg="mod">
          <ac:chgData name="Francesco Luciano Cambria" userId="6da4c536-595c-4daa-839e-23373e7117c6" providerId="ADAL" clId="{5901AB58-6267-49BA-AE6C-8338B4FEFF8F}" dt="2024-11-11T14:07:50.338" v="692" actId="14100"/>
          <ac:spMkLst>
            <pc:docMk/>
            <pc:sldMk cId="1259984767" sldId="263"/>
            <ac:spMk id="13" creationId="{38497B6F-A093-B705-3049-56D86EAA3ECA}"/>
          </ac:spMkLst>
        </pc:spChg>
        <pc:grpChg chg="add del mod">
          <ac:chgData name="Francesco Luciano Cambria" userId="6da4c536-595c-4daa-839e-23373e7117c6" providerId="ADAL" clId="{5901AB58-6267-49BA-AE6C-8338B4FEFF8F}" dt="2024-11-11T14:08:02.234" v="695" actId="478"/>
          <ac:grpSpMkLst>
            <pc:docMk/>
            <pc:sldMk cId="1259984767" sldId="263"/>
            <ac:grpSpMk id="3" creationId="{D0E56526-494F-EFDB-7D70-956F77986AC2}"/>
          </ac:grpSpMkLst>
        </pc:grpChg>
        <pc:grpChg chg="mod">
          <ac:chgData name="Francesco Luciano Cambria" userId="6da4c536-595c-4daa-839e-23373e7117c6" providerId="ADAL" clId="{5901AB58-6267-49BA-AE6C-8338B4FEFF8F}" dt="2024-11-11T14:07:58.317" v="694" actId="14100"/>
          <ac:grpSpMkLst>
            <pc:docMk/>
            <pc:sldMk cId="1259984767" sldId="263"/>
            <ac:grpSpMk id="8" creationId="{39463A31-9756-2531-947F-20269D547CC3}"/>
          </ac:grpSpMkLst>
        </pc:grpChg>
      </pc:sldChg>
      <pc:sldChg chg="addSp delSp modSp add mod">
        <pc:chgData name="Francesco Luciano Cambria" userId="6da4c536-595c-4daa-839e-23373e7117c6" providerId="ADAL" clId="{5901AB58-6267-49BA-AE6C-8338B4FEFF8F}" dt="2024-11-11T14:08:47.114" v="706" actId="478"/>
        <pc:sldMkLst>
          <pc:docMk/>
          <pc:sldMk cId="361006179" sldId="264"/>
        </pc:sldMkLst>
        <pc:spChg chg="mod">
          <ac:chgData name="Francesco Luciano Cambria" userId="6da4c536-595c-4daa-839e-23373e7117c6" providerId="ADAL" clId="{5901AB58-6267-49BA-AE6C-8338B4FEFF8F}" dt="2024-11-11T14:08:26.612" v="700" actId="20577"/>
          <ac:spMkLst>
            <pc:docMk/>
            <pc:sldMk cId="361006179" sldId="264"/>
            <ac:spMk id="2" creationId="{91AAC3C4-0B0A-6BD1-76A6-12DCC5E80467}"/>
          </ac:spMkLst>
        </pc:spChg>
        <pc:spChg chg="mod">
          <ac:chgData name="Francesco Luciano Cambria" userId="6da4c536-595c-4daa-839e-23373e7117c6" providerId="ADAL" clId="{5901AB58-6267-49BA-AE6C-8338B4FEFF8F}" dt="2024-11-11T14:08:29.951" v="701" actId="1076"/>
          <ac:spMkLst>
            <pc:docMk/>
            <pc:sldMk cId="361006179" sldId="264"/>
            <ac:spMk id="4" creationId="{CB86C8C5-70BC-2BB3-D173-6FDFB07B2DE4}"/>
          </ac:spMkLst>
        </pc:spChg>
        <pc:spChg chg="mod">
          <ac:chgData name="Francesco Luciano Cambria" userId="6da4c536-595c-4daa-839e-23373e7117c6" providerId="ADAL" clId="{5901AB58-6267-49BA-AE6C-8338B4FEFF8F}" dt="2024-11-11T14:08:29.951" v="701" actId="1076"/>
          <ac:spMkLst>
            <pc:docMk/>
            <pc:sldMk cId="361006179" sldId="264"/>
            <ac:spMk id="5" creationId="{8752250D-9143-E5E8-86F7-2804C9820491}"/>
          </ac:spMkLst>
        </pc:spChg>
        <pc:spChg chg="add del mod">
          <ac:chgData name="Francesco Luciano Cambria" userId="6da4c536-595c-4daa-839e-23373e7117c6" providerId="ADAL" clId="{5901AB58-6267-49BA-AE6C-8338B4FEFF8F}" dt="2024-11-11T14:08:47.114" v="706" actId="478"/>
          <ac:spMkLst>
            <pc:docMk/>
            <pc:sldMk cId="361006179" sldId="264"/>
            <ac:spMk id="6" creationId="{17EAB416-3920-567D-E081-009F6D849898}"/>
          </ac:spMkLst>
        </pc:spChg>
        <pc:spChg chg="add del mod">
          <ac:chgData name="Francesco Luciano Cambria" userId="6da4c536-595c-4daa-839e-23373e7117c6" providerId="ADAL" clId="{5901AB58-6267-49BA-AE6C-8338B4FEFF8F}" dt="2024-11-11T14:08:47.114" v="706" actId="478"/>
          <ac:spMkLst>
            <pc:docMk/>
            <pc:sldMk cId="361006179" sldId="264"/>
            <ac:spMk id="7" creationId="{EE9DF9A9-D2FB-EAC5-1728-F804C899A8A2}"/>
          </ac:spMkLst>
        </pc:spChg>
        <pc:spChg chg="mod">
          <ac:chgData name="Francesco Luciano Cambria" userId="6da4c536-595c-4daa-839e-23373e7117c6" providerId="ADAL" clId="{5901AB58-6267-49BA-AE6C-8338B4FEFF8F}" dt="2024-11-11T14:08:44.900" v="705" actId="14100"/>
          <ac:spMkLst>
            <pc:docMk/>
            <pc:sldMk cId="361006179" sldId="264"/>
            <ac:spMk id="10" creationId="{E48D7C62-1474-2467-AEEE-56539D40E023}"/>
          </ac:spMkLst>
        </pc:spChg>
        <pc:spChg chg="mod">
          <ac:chgData name="Francesco Luciano Cambria" userId="6da4c536-595c-4daa-839e-23373e7117c6" providerId="ADAL" clId="{5901AB58-6267-49BA-AE6C-8338B4FEFF8F}" dt="2024-11-11T14:08:44.900" v="705" actId="14100"/>
          <ac:spMkLst>
            <pc:docMk/>
            <pc:sldMk cId="361006179" sldId="264"/>
            <ac:spMk id="11" creationId="{59B30ECF-D956-0670-B65C-922DEA66E9C2}"/>
          </ac:spMkLst>
        </pc:spChg>
        <pc:spChg chg="mod">
          <ac:chgData name="Francesco Luciano Cambria" userId="6da4c536-595c-4daa-839e-23373e7117c6" providerId="ADAL" clId="{5901AB58-6267-49BA-AE6C-8338B4FEFF8F}" dt="2024-11-11T14:08:37.663" v="703" actId="14100"/>
          <ac:spMkLst>
            <pc:docMk/>
            <pc:sldMk cId="361006179" sldId="264"/>
            <ac:spMk id="13" creationId="{A8919C86-52C8-BC32-5DB6-4B3D7FED0BA2}"/>
          </ac:spMkLst>
        </pc:spChg>
        <pc:grpChg chg="add del mod">
          <ac:chgData name="Francesco Luciano Cambria" userId="6da4c536-595c-4daa-839e-23373e7117c6" providerId="ADAL" clId="{5901AB58-6267-49BA-AE6C-8338B4FEFF8F}" dt="2024-11-11T14:08:47.114" v="706" actId="478"/>
          <ac:grpSpMkLst>
            <pc:docMk/>
            <pc:sldMk cId="361006179" sldId="264"/>
            <ac:grpSpMk id="3" creationId="{D627FE98-1FD7-1F7A-EA9B-833C0CEB9B8C}"/>
          </ac:grpSpMkLst>
        </pc:grpChg>
        <pc:grpChg chg="mod">
          <ac:chgData name="Francesco Luciano Cambria" userId="6da4c536-595c-4daa-839e-23373e7117c6" providerId="ADAL" clId="{5901AB58-6267-49BA-AE6C-8338B4FEFF8F}" dt="2024-11-11T14:08:44.900" v="705" actId="14100"/>
          <ac:grpSpMkLst>
            <pc:docMk/>
            <pc:sldMk cId="361006179" sldId="264"/>
            <ac:grpSpMk id="8" creationId="{2F04DB7B-80EF-A52F-9A6A-9372F9DCD2F1}"/>
          </ac:grpSpMkLst>
        </pc:grpChg>
      </pc:sldChg>
      <pc:sldChg chg="addSp delSp modSp add mod">
        <pc:chgData name="Francesco Luciano Cambria" userId="6da4c536-595c-4daa-839e-23373e7117c6" providerId="ADAL" clId="{5901AB58-6267-49BA-AE6C-8338B4FEFF8F}" dt="2024-11-11T14:10:23.216" v="722" actId="478"/>
        <pc:sldMkLst>
          <pc:docMk/>
          <pc:sldMk cId="202080137" sldId="265"/>
        </pc:sldMkLst>
        <pc:spChg chg="mod">
          <ac:chgData name="Francesco Luciano Cambria" userId="6da4c536-595c-4daa-839e-23373e7117c6" providerId="ADAL" clId="{5901AB58-6267-49BA-AE6C-8338B4FEFF8F}" dt="2024-11-11T14:09:34.253" v="711" actId="20577"/>
          <ac:spMkLst>
            <pc:docMk/>
            <pc:sldMk cId="202080137" sldId="265"/>
            <ac:spMk id="2" creationId="{447418AE-0FC1-D9B9-32CB-B19CF1969EB5}"/>
          </ac:spMkLst>
        </pc:spChg>
        <pc:spChg chg="mod">
          <ac:chgData name="Francesco Luciano Cambria" userId="6da4c536-595c-4daa-839e-23373e7117c6" providerId="ADAL" clId="{5901AB58-6267-49BA-AE6C-8338B4FEFF8F}" dt="2024-11-11T14:09:32.427" v="709" actId="1076"/>
          <ac:spMkLst>
            <pc:docMk/>
            <pc:sldMk cId="202080137" sldId="265"/>
            <ac:spMk id="4" creationId="{1DEF5913-F30E-C162-661B-DF3F978136B0}"/>
          </ac:spMkLst>
        </pc:spChg>
        <pc:spChg chg="mod">
          <ac:chgData name="Francesco Luciano Cambria" userId="6da4c536-595c-4daa-839e-23373e7117c6" providerId="ADAL" clId="{5901AB58-6267-49BA-AE6C-8338B4FEFF8F}" dt="2024-11-11T14:09:32.427" v="709" actId="1076"/>
          <ac:spMkLst>
            <pc:docMk/>
            <pc:sldMk cId="202080137" sldId="265"/>
            <ac:spMk id="5" creationId="{496E2B07-D840-78DA-3240-D0E5E749414D}"/>
          </ac:spMkLst>
        </pc:spChg>
        <pc:spChg chg="add del mod">
          <ac:chgData name="Francesco Luciano Cambria" userId="6da4c536-595c-4daa-839e-23373e7117c6" providerId="ADAL" clId="{5901AB58-6267-49BA-AE6C-8338B4FEFF8F}" dt="2024-11-11T14:10:20.353" v="721" actId="478"/>
          <ac:spMkLst>
            <pc:docMk/>
            <pc:sldMk cId="202080137" sldId="265"/>
            <ac:spMk id="6" creationId="{9BF026A3-7F06-DB79-2577-FEF608DAC502}"/>
          </ac:spMkLst>
        </pc:spChg>
        <pc:spChg chg="add del mod">
          <ac:chgData name="Francesco Luciano Cambria" userId="6da4c536-595c-4daa-839e-23373e7117c6" providerId="ADAL" clId="{5901AB58-6267-49BA-AE6C-8338B4FEFF8F}" dt="2024-11-11T14:10:23.216" v="722" actId="478"/>
          <ac:spMkLst>
            <pc:docMk/>
            <pc:sldMk cId="202080137" sldId="265"/>
            <ac:spMk id="7" creationId="{E6F99F2D-D116-6E41-D730-CF60EB8F4001}"/>
          </ac:spMkLst>
        </pc:spChg>
        <pc:spChg chg="mod">
          <ac:chgData name="Francesco Luciano Cambria" userId="6da4c536-595c-4daa-839e-23373e7117c6" providerId="ADAL" clId="{5901AB58-6267-49BA-AE6C-8338B4FEFF8F}" dt="2024-11-11T14:10:15.433" v="718" actId="14100"/>
          <ac:spMkLst>
            <pc:docMk/>
            <pc:sldMk cId="202080137" sldId="265"/>
            <ac:spMk id="10" creationId="{9170FF37-D487-C5CB-0EED-EC070AA3F5BD}"/>
          </ac:spMkLst>
        </pc:spChg>
        <pc:spChg chg="mod">
          <ac:chgData name="Francesco Luciano Cambria" userId="6da4c536-595c-4daa-839e-23373e7117c6" providerId="ADAL" clId="{5901AB58-6267-49BA-AE6C-8338B4FEFF8F}" dt="2024-11-11T14:10:15.433" v="718" actId="14100"/>
          <ac:spMkLst>
            <pc:docMk/>
            <pc:sldMk cId="202080137" sldId="265"/>
            <ac:spMk id="11" creationId="{2100969D-55B1-C0D9-4A14-F5A843B896F7}"/>
          </ac:spMkLst>
        </pc:spChg>
        <pc:spChg chg="mod">
          <ac:chgData name="Francesco Luciano Cambria" userId="6da4c536-595c-4daa-839e-23373e7117c6" providerId="ADAL" clId="{5901AB58-6267-49BA-AE6C-8338B4FEFF8F}" dt="2024-11-11T14:10:11.369" v="717" actId="14100"/>
          <ac:spMkLst>
            <pc:docMk/>
            <pc:sldMk cId="202080137" sldId="265"/>
            <ac:spMk id="13" creationId="{9C266C7B-E088-7699-E534-86FF6E0F38AD}"/>
          </ac:spMkLst>
        </pc:spChg>
        <pc:grpChg chg="add del mod">
          <ac:chgData name="Francesco Luciano Cambria" userId="6da4c536-595c-4daa-839e-23373e7117c6" providerId="ADAL" clId="{5901AB58-6267-49BA-AE6C-8338B4FEFF8F}" dt="2024-11-11T14:10:17.169" v="719" actId="478"/>
          <ac:grpSpMkLst>
            <pc:docMk/>
            <pc:sldMk cId="202080137" sldId="265"/>
            <ac:grpSpMk id="3" creationId="{8600BFCC-27C1-7CD9-0FBC-E2D17FBD099F}"/>
          </ac:grpSpMkLst>
        </pc:grpChg>
        <pc:grpChg chg="mod">
          <ac:chgData name="Francesco Luciano Cambria" userId="6da4c536-595c-4daa-839e-23373e7117c6" providerId="ADAL" clId="{5901AB58-6267-49BA-AE6C-8338B4FEFF8F}" dt="2024-11-11T14:10:15.433" v="718" actId="14100"/>
          <ac:grpSpMkLst>
            <pc:docMk/>
            <pc:sldMk cId="202080137" sldId="265"/>
            <ac:grpSpMk id="8" creationId="{71E216AA-89C7-502D-377C-C69AD5BBDEDB}"/>
          </ac:grpSpMkLst>
        </pc:grpChg>
      </pc:sldChg>
      <pc:sldChg chg="addSp delSp modSp add mod">
        <pc:chgData name="Francesco Luciano Cambria" userId="6da4c536-595c-4daa-839e-23373e7117c6" providerId="ADAL" clId="{5901AB58-6267-49BA-AE6C-8338B4FEFF8F}" dt="2024-11-11T14:17:02.682" v="938" actId="478"/>
        <pc:sldMkLst>
          <pc:docMk/>
          <pc:sldMk cId="3390301106" sldId="266"/>
        </pc:sldMkLst>
        <pc:spChg chg="mod">
          <ac:chgData name="Francesco Luciano Cambria" userId="6da4c536-595c-4daa-839e-23373e7117c6" providerId="ADAL" clId="{5901AB58-6267-49BA-AE6C-8338B4FEFF8F}" dt="2024-11-11T14:16:51.936" v="935" actId="1076"/>
          <ac:spMkLst>
            <pc:docMk/>
            <pc:sldMk cId="3390301106" sldId="266"/>
            <ac:spMk id="2" creationId="{2786E16E-E63F-99F8-83CA-7CA2A0EDB2D2}"/>
          </ac:spMkLst>
        </pc:spChg>
        <pc:cxnChg chg="add mod">
          <ac:chgData name="Francesco Luciano Cambria" userId="6da4c536-595c-4daa-839e-23373e7117c6" providerId="ADAL" clId="{5901AB58-6267-49BA-AE6C-8338B4FEFF8F}" dt="2024-11-11T14:16:59.808" v="936" actId="1076"/>
          <ac:cxnSpMkLst>
            <pc:docMk/>
            <pc:sldMk cId="3390301106" sldId="266"/>
            <ac:cxnSpMk id="3" creationId="{008A1979-18B2-B450-58D3-E3C2E25AA664}"/>
          </ac:cxnSpMkLst>
        </pc:cxnChg>
        <pc:cxnChg chg="add del mod">
          <ac:chgData name="Francesco Luciano Cambria" userId="6da4c536-595c-4daa-839e-23373e7117c6" providerId="ADAL" clId="{5901AB58-6267-49BA-AE6C-8338B4FEFF8F}" dt="2024-11-11T14:17:02.682" v="938" actId="478"/>
          <ac:cxnSpMkLst>
            <pc:docMk/>
            <pc:sldMk cId="3390301106" sldId="266"/>
            <ac:cxnSpMk id="4" creationId="{A46F8D87-1D50-1B5D-8DD8-B3A2E39F523E}"/>
          </ac:cxnSpMkLst>
        </pc:cxnChg>
      </pc:sldChg>
      <pc:sldChg chg="addSp modSp add mod">
        <pc:chgData name="Francesco Luciano Cambria" userId="6da4c536-595c-4daa-839e-23373e7117c6" providerId="ADAL" clId="{5901AB58-6267-49BA-AE6C-8338B4FEFF8F}" dt="2024-11-11T14:12:19.626" v="786" actId="1076"/>
        <pc:sldMkLst>
          <pc:docMk/>
          <pc:sldMk cId="3124967101" sldId="267"/>
        </pc:sldMkLst>
        <pc:spChg chg="mod">
          <ac:chgData name="Francesco Luciano Cambria" userId="6da4c536-595c-4daa-839e-23373e7117c6" providerId="ADAL" clId="{5901AB58-6267-49BA-AE6C-8338B4FEFF8F}" dt="2024-11-11T14:12:07.551" v="784" actId="20577"/>
          <ac:spMkLst>
            <pc:docMk/>
            <pc:sldMk cId="3124967101" sldId="267"/>
            <ac:spMk id="2" creationId="{501FAA75-B210-D2E5-F810-2719ED530CF8}"/>
          </ac:spMkLst>
        </pc:spChg>
        <pc:picChg chg="add mod">
          <ac:chgData name="Francesco Luciano Cambria" userId="6da4c536-595c-4daa-839e-23373e7117c6" providerId="ADAL" clId="{5901AB58-6267-49BA-AE6C-8338B4FEFF8F}" dt="2024-11-11T14:12:19.626" v="786" actId="1076"/>
          <ac:picMkLst>
            <pc:docMk/>
            <pc:sldMk cId="3124967101" sldId="267"/>
            <ac:picMk id="3" creationId="{C09BAB90-5B4C-059F-E72F-F0FE51823A0A}"/>
          </ac:picMkLst>
        </pc:picChg>
      </pc:sldChg>
      <pc:sldChg chg="addSp modSp add mod">
        <pc:chgData name="Francesco Luciano Cambria" userId="6da4c536-595c-4daa-839e-23373e7117c6" providerId="ADAL" clId="{5901AB58-6267-49BA-AE6C-8338B4FEFF8F}" dt="2024-11-11T14:13:01.074" v="797" actId="1076"/>
        <pc:sldMkLst>
          <pc:docMk/>
          <pc:sldMk cId="2399024796" sldId="268"/>
        </pc:sldMkLst>
        <pc:spChg chg="mod">
          <ac:chgData name="Francesco Luciano Cambria" userId="6da4c536-595c-4daa-839e-23373e7117c6" providerId="ADAL" clId="{5901AB58-6267-49BA-AE6C-8338B4FEFF8F}" dt="2024-11-11T14:12:28.144" v="788"/>
          <ac:spMkLst>
            <pc:docMk/>
            <pc:sldMk cId="2399024796" sldId="268"/>
            <ac:spMk id="2" creationId="{164E4904-013F-E379-2608-74627F0CA6E3}"/>
          </ac:spMkLst>
        </pc:spChg>
        <pc:picChg chg="add mod">
          <ac:chgData name="Francesco Luciano Cambria" userId="6da4c536-595c-4daa-839e-23373e7117c6" providerId="ADAL" clId="{5901AB58-6267-49BA-AE6C-8338B4FEFF8F}" dt="2024-11-11T14:13:01.074" v="797" actId="1076"/>
          <ac:picMkLst>
            <pc:docMk/>
            <pc:sldMk cId="2399024796" sldId="268"/>
            <ac:picMk id="3" creationId="{4E1408FE-B554-4FB2-750D-D91BD0DF53CF}"/>
          </ac:picMkLst>
        </pc:picChg>
      </pc:sldChg>
      <pc:sldChg chg="addSp delSp modSp add mod ord">
        <pc:chgData name="Francesco Luciano Cambria" userId="6da4c536-595c-4daa-839e-23373e7117c6" providerId="ADAL" clId="{5901AB58-6267-49BA-AE6C-8338B4FEFF8F}" dt="2024-11-11T14:38:20.281" v="1102"/>
        <pc:sldMkLst>
          <pc:docMk/>
          <pc:sldMk cId="1041692595" sldId="269"/>
        </pc:sldMkLst>
        <pc:spChg chg="mod">
          <ac:chgData name="Francesco Luciano Cambria" userId="6da4c536-595c-4daa-839e-23373e7117c6" providerId="ADAL" clId="{5901AB58-6267-49BA-AE6C-8338B4FEFF8F}" dt="2024-11-11T14:12:31.333" v="790"/>
          <ac:spMkLst>
            <pc:docMk/>
            <pc:sldMk cId="1041692595" sldId="269"/>
            <ac:spMk id="2" creationId="{2C7AB591-4607-8250-FA7D-E06809C38E32}"/>
          </ac:spMkLst>
        </pc:spChg>
        <pc:spChg chg="add 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5" creationId="{9F140A4B-C010-4C97-8BE8-ACE688C823D4}"/>
          </ac:spMkLst>
        </pc:spChg>
        <pc:spChg chg="add 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6" creationId="{50F12FBB-CBD2-42F7-E451-D37C05AF849D}"/>
          </ac:spMkLst>
        </pc:spChg>
        <pc:spChg chg="add 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7" creationId="{C08994B5-F1B2-21B0-6A55-770A9880C601}"/>
          </ac:spMkLst>
        </pc:spChg>
        <pc:spChg chg="add 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9" creationId="{6C238E15-159B-9980-F9B9-535A10A82EE0}"/>
          </ac:spMkLst>
        </pc:spChg>
        <pc:spChg chg="del">
          <ac:chgData name="Francesco Luciano Cambria" userId="6da4c536-595c-4daa-839e-23373e7117c6" providerId="ADAL" clId="{5901AB58-6267-49BA-AE6C-8338B4FEFF8F}" dt="2024-11-11T14:13:30.515" v="799" actId="478"/>
          <ac:spMkLst>
            <pc:docMk/>
            <pc:sldMk cId="1041692595" sldId="269"/>
            <ac:spMk id="13" creationId="{CCF8616D-0E89-D387-11C3-95767C25116C}"/>
          </ac:spMkLst>
        </pc:spChg>
        <pc:spChg chg="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14" creationId="{F5EB5807-613B-CDF7-B74E-F7E0DA8F3D73}"/>
          </ac:spMkLst>
        </pc:spChg>
        <pc:spChg chg="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15" creationId="{40DA8A9E-C041-5B53-FB87-01BAFD4DFA47}"/>
          </ac:spMkLst>
        </pc:spChg>
        <pc:spChg chg="add 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16" creationId="{B606A671-CC52-5FB3-4A1F-EFAA8B5B0E5B}"/>
          </ac:spMkLst>
        </pc:spChg>
        <pc:grpChg chg="del">
          <ac:chgData name="Francesco Luciano Cambria" userId="6da4c536-595c-4daa-839e-23373e7117c6" providerId="ADAL" clId="{5901AB58-6267-49BA-AE6C-8338B4FEFF8F}" dt="2024-11-11T14:13:28.748" v="798" actId="478"/>
          <ac:grpSpMkLst>
            <pc:docMk/>
            <pc:sldMk cId="1041692595" sldId="269"/>
            <ac:grpSpMk id="8" creationId="{629E2115-4F90-F94B-FC13-7E3140F303DC}"/>
          </ac:grpSpMkLst>
        </pc:grpChg>
        <pc:grpChg chg="add mod">
          <ac:chgData name="Francesco Luciano Cambria" userId="6da4c536-595c-4daa-839e-23373e7117c6" providerId="ADAL" clId="{5901AB58-6267-49BA-AE6C-8338B4FEFF8F}" dt="2024-11-11T14:13:44.978" v="821" actId="1035"/>
          <ac:grpSpMkLst>
            <pc:docMk/>
            <pc:sldMk cId="1041692595" sldId="269"/>
            <ac:grpSpMk id="12" creationId="{94ACC636-D88F-4C47-CDFF-FAA76A8ADD0F}"/>
          </ac:grpSpMkLst>
        </pc:grpChg>
        <pc:picChg chg="add mod">
          <ac:chgData name="Francesco Luciano Cambria" userId="6da4c536-595c-4daa-839e-23373e7117c6" providerId="ADAL" clId="{5901AB58-6267-49BA-AE6C-8338B4FEFF8F}" dt="2024-11-11T14:13:44.978" v="821" actId="1035"/>
          <ac:picMkLst>
            <pc:docMk/>
            <pc:sldMk cId="1041692595" sldId="269"/>
            <ac:picMk id="3" creationId="{6E185658-7B23-52C6-8CB3-A5CE4AE56FB4}"/>
          </ac:picMkLst>
        </pc:picChg>
        <pc:picChg chg="add mod">
          <ac:chgData name="Francesco Luciano Cambria" userId="6da4c536-595c-4daa-839e-23373e7117c6" providerId="ADAL" clId="{5901AB58-6267-49BA-AE6C-8338B4FEFF8F}" dt="2024-11-11T14:13:44.978" v="821" actId="1035"/>
          <ac:picMkLst>
            <pc:docMk/>
            <pc:sldMk cId="1041692595" sldId="269"/>
            <ac:picMk id="4" creationId="{3C886143-42BE-979A-1DC7-C5F3E6B92834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4:15:31.694" v="918" actId="1076"/>
        <pc:sldMkLst>
          <pc:docMk/>
          <pc:sldMk cId="1431564680" sldId="270"/>
        </pc:sldMkLst>
        <pc:spChg chg="mod">
          <ac:chgData name="Francesco Luciano Cambria" userId="6da4c536-595c-4daa-839e-23373e7117c6" providerId="ADAL" clId="{5901AB58-6267-49BA-AE6C-8338B4FEFF8F}" dt="2024-11-11T14:12:35.421" v="792"/>
          <ac:spMkLst>
            <pc:docMk/>
            <pc:sldMk cId="1431564680" sldId="270"/>
            <ac:spMk id="2" creationId="{9AEB02B0-AA02-F5B6-35AE-6AB4F7F7C68E}"/>
          </ac:spMkLst>
        </pc:spChg>
        <pc:spChg chg="mod">
          <ac:chgData name="Francesco Luciano Cambria" userId="6da4c536-595c-4daa-839e-23373e7117c6" providerId="ADAL" clId="{5901AB58-6267-49BA-AE6C-8338B4FEFF8F}" dt="2024-11-11T14:15:03.696" v="860" actId="1036"/>
          <ac:spMkLst>
            <pc:docMk/>
            <pc:sldMk cId="1431564680" sldId="270"/>
            <ac:spMk id="5" creationId="{79F472B8-1C3A-3EE9-1B83-06091CE21EA8}"/>
          </ac:spMkLst>
        </pc:spChg>
        <pc:spChg chg="add mod">
          <ac:chgData name="Francesco Luciano Cambria" userId="6da4c536-595c-4daa-839e-23373e7117c6" providerId="ADAL" clId="{5901AB58-6267-49BA-AE6C-8338B4FEFF8F}" dt="2024-11-11T14:15:03.696" v="860" actId="1036"/>
          <ac:spMkLst>
            <pc:docMk/>
            <pc:sldMk cId="1431564680" sldId="270"/>
            <ac:spMk id="6" creationId="{E2B95A7D-F41B-6218-E65D-1ABE7E65C1E5}"/>
          </ac:spMkLst>
        </pc:spChg>
        <pc:spChg chg="add mod">
          <ac:chgData name="Francesco Luciano Cambria" userId="6da4c536-595c-4daa-839e-23373e7117c6" providerId="ADAL" clId="{5901AB58-6267-49BA-AE6C-8338B4FEFF8F}" dt="2024-11-11T14:15:03.696" v="860" actId="1036"/>
          <ac:spMkLst>
            <pc:docMk/>
            <pc:sldMk cId="1431564680" sldId="270"/>
            <ac:spMk id="7" creationId="{EBD189B0-7CC7-57D9-4F0E-F803112846A1}"/>
          </ac:spMkLst>
        </pc:spChg>
        <pc:spChg chg="del">
          <ac:chgData name="Francesco Luciano Cambria" userId="6da4c536-595c-4daa-839e-23373e7117c6" providerId="ADAL" clId="{5901AB58-6267-49BA-AE6C-8338B4FEFF8F}" dt="2024-11-11T14:14:53.255" v="842" actId="478"/>
          <ac:spMkLst>
            <pc:docMk/>
            <pc:sldMk cId="1431564680" sldId="270"/>
            <ac:spMk id="13" creationId="{7BE24543-9303-6F2E-BB9B-9FAC0AFFF627}"/>
          </ac:spMkLst>
        </pc:spChg>
        <pc:spChg chg="add mod">
          <ac:chgData name="Francesco Luciano Cambria" userId="6da4c536-595c-4daa-839e-23373e7117c6" providerId="ADAL" clId="{5901AB58-6267-49BA-AE6C-8338B4FEFF8F}" dt="2024-11-11T14:15:29.057" v="917" actId="1036"/>
          <ac:spMkLst>
            <pc:docMk/>
            <pc:sldMk cId="1431564680" sldId="270"/>
            <ac:spMk id="14" creationId="{F58D56BD-26AB-E45E-2C95-BFDA6CA17EDF}"/>
          </ac:spMkLst>
        </pc:spChg>
        <pc:spChg chg="add mod">
          <ac:chgData name="Francesco Luciano Cambria" userId="6da4c536-595c-4daa-839e-23373e7117c6" providerId="ADAL" clId="{5901AB58-6267-49BA-AE6C-8338B4FEFF8F}" dt="2024-11-11T14:15:29.057" v="917" actId="1036"/>
          <ac:spMkLst>
            <pc:docMk/>
            <pc:sldMk cId="1431564680" sldId="270"/>
            <ac:spMk id="15" creationId="{59DD24EB-E377-76C6-D181-49CCD34923B9}"/>
          </ac:spMkLst>
        </pc:spChg>
        <pc:spChg chg="add mod">
          <ac:chgData name="Francesco Luciano Cambria" userId="6da4c536-595c-4daa-839e-23373e7117c6" providerId="ADAL" clId="{5901AB58-6267-49BA-AE6C-8338B4FEFF8F}" dt="2024-11-11T14:15:14.592" v="888" actId="1036"/>
          <ac:spMkLst>
            <pc:docMk/>
            <pc:sldMk cId="1431564680" sldId="270"/>
            <ac:spMk id="16" creationId="{A4566017-6F09-BCD6-BBEF-6F9087AAD7D7}"/>
          </ac:spMkLst>
        </pc:spChg>
        <pc:spChg chg="add mod">
          <ac:chgData name="Francesco Luciano Cambria" userId="6da4c536-595c-4daa-839e-23373e7117c6" providerId="ADAL" clId="{5901AB58-6267-49BA-AE6C-8338B4FEFF8F}" dt="2024-11-11T14:15:14.592" v="888" actId="1036"/>
          <ac:spMkLst>
            <pc:docMk/>
            <pc:sldMk cId="1431564680" sldId="270"/>
            <ac:spMk id="17" creationId="{7C982AEB-3134-60C3-CFE6-89E6027BA108}"/>
          </ac:spMkLst>
        </pc:spChg>
        <pc:spChg chg="add mod">
          <ac:chgData name="Francesco Luciano Cambria" userId="6da4c536-595c-4daa-839e-23373e7117c6" providerId="ADAL" clId="{5901AB58-6267-49BA-AE6C-8338B4FEFF8F}" dt="2024-11-11T14:15:14.592" v="888" actId="1036"/>
          <ac:spMkLst>
            <pc:docMk/>
            <pc:sldMk cId="1431564680" sldId="270"/>
            <ac:spMk id="18" creationId="{95E074B4-3E6A-3EA9-7025-16F322AE1014}"/>
          </ac:spMkLst>
        </pc:spChg>
        <pc:grpChg chg="add mod">
          <ac:chgData name="Francesco Luciano Cambria" userId="6da4c536-595c-4daa-839e-23373e7117c6" providerId="ADAL" clId="{5901AB58-6267-49BA-AE6C-8338B4FEFF8F}" dt="2024-11-11T14:15:03.696" v="860" actId="1036"/>
          <ac:grpSpMkLst>
            <pc:docMk/>
            <pc:sldMk cId="1431564680" sldId="270"/>
            <ac:grpSpMk id="3" creationId="{C9BC9E5E-F23E-B038-EB82-B3334EEA6E33}"/>
          </ac:grpSpMkLst>
        </pc:grpChg>
        <pc:grpChg chg="del">
          <ac:chgData name="Francesco Luciano Cambria" userId="6da4c536-595c-4daa-839e-23373e7117c6" providerId="ADAL" clId="{5901AB58-6267-49BA-AE6C-8338B4FEFF8F}" dt="2024-11-11T14:14:50.318" v="841" actId="478"/>
          <ac:grpSpMkLst>
            <pc:docMk/>
            <pc:sldMk cId="1431564680" sldId="270"/>
            <ac:grpSpMk id="8" creationId="{A83F6881-4AF6-DB8F-CA5D-4F91D841E252}"/>
          </ac:grpSpMkLst>
        </pc:grpChg>
        <pc:picChg chg="mod">
          <ac:chgData name="Francesco Luciano Cambria" userId="6da4c536-595c-4daa-839e-23373e7117c6" providerId="ADAL" clId="{5901AB58-6267-49BA-AE6C-8338B4FEFF8F}" dt="2024-11-11T14:15:03.696" v="860" actId="1036"/>
          <ac:picMkLst>
            <pc:docMk/>
            <pc:sldMk cId="1431564680" sldId="270"/>
            <ac:picMk id="4" creationId="{FA83B0D4-11C6-1E85-17A6-C88F44A5E559}"/>
          </ac:picMkLst>
        </pc:picChg>
        <pc:picChg chg="add mod">
          <ac:chgData name="Francesco Luciano Cambria" userId="6da4c536-595c-4daa-839e-23373e7117c6" providerId="ADAL" clId="{5901AB58-6267-49BA-AE6C-8338B4FEFF8F}" dt="2024-11-11T14:15:31.694" v="918" actId="1076"/>
          <ac:picMkLst>
            <pc:docMk/>
            <pc:sldMk cId="1431564680" sldId="270"/>
            <ac:picMk id="9" creationId="{6A785913-A2E7-2A7B-299D-9D98B729999D}"/>
          </ac:picMkLst>
        </pc:picChg>
        <pc:picChg chg="add mod">
          <ac:chgData name="Francesco Luciano Cambria" userId="6da4c536-595c-4daa-839e-23373e7117c6" providerId="ADAL" clId="{5901AB58-6267-49BA-AE6C-8338B4FEFF8F}" dt="2024-11-11T14:15:21.639" v="890" actId="1076"/>
          <ac:picMkLst>
            <pc:docMk/>
            <pc:sldMk cId="1431564680" sldId="270"/>
            <ac:picMk id="12" creationId="{A6A9539D-3818-FA71-99A8-53BFFFAA6A97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4:16:06.916" v="922" actId="1076"/>
        <pc:sldMkLst>
          <pc:docMk/>
          <pc:sldMk cId="1558675247" sldId="271"/>
        </pc:sldMkLst>
        <pc:spChg chg="mod">
          <ac:chgData name="Francesco Luciano Cambria" userId="6da4c536-595c-4daa-839e-23373e7117c6" providerId="ADAL" clId="{5901AB58-6267-49BA-AE6C-8338B4FEFF8F}" dt="2024-11-11T14:12:39.667" v="794"/>
          <ac:spMkLst>
            <pc:docMk/>
            <pc:sldMk cId="1558675247" sldId="271"/>
            <ac:spMk id="2" creationId="{5A0BC4C0-ABBA-0FC9-2CE3-336C52F38B07}"/>
          </ac:spMkLst>
        </pc:spChg>
        <pc:spChg chg="add mod">
          <ac:chgData name="Francesco Luciano Cambria" userId="6da4c536-595c-4daa-839e-23373e7117c6" providerId="ADAL" clId="{5901AB58-6267-49BA-AE6C-8338B4FEFF8F}" dt="2024-11-11T14:16:06.916" v="922" actId="1076"/>
          <ac:spMkLst>
            <pc:docMk/>
            <pc:sldMk cId="1558675247" sldId="271"/>
            <ac:spMk id="5" creationId="{D3457DEF-2327-322B-A6AB-9C298102A062}"/>
          </ac:spMkLst>
        </pc:spChg>
        <pc:spChg chg="add mod">
          <ac:chgData name="Francesco Luciano Cambria" userId="6da4c536-595c-4daa-839e-23373e7117c6" providerId="ADAL" clId="{5901AB58-6267-49BA-AE6C-8338B4FEFF8F}" dt="2024-11-11T14:16:06.916" v="922" actId="1076"/>
          <ac:spMkLst>
            <pc:docMk/>
            <pc:sldMk cId="1558675247" sldId="271"/>
            <ac:spMk id="6" creationId="{D27C0E0F-9838-38F9-BBC8-15F62D168A19}"/>
          </ac:spMkLst>
        </pc:spChg>
        <pc:spChg chg="add mod">
          <ac:chgData name="Francesco Luciano Cambria" userId="6da4c536-595c-4daa-839e-23373e7117c6" providerId="ADAL" clId="{5901AB58-6267-49BA-AE6C-8338B4FEFF8F}" dt="2024-11-11T14:16:06.916" v="922" actId="1076"/>
          <ac:spMkLst>
            <pc:docMk/>
            <pc:sldMk cId="1558675247" sldId="271"/>
            <ac:spMk id="7" creationId="{1755CC48-AAB5-A110-DBB8-27AD2242EA1A}"/>
          </ac:spMkLst>
        </pc:spChg>
        <pc:spChg chg="add mod">
          <ac:chgData name="Francesco Luciano Cambria" userId="6da4c536-595c-4daa-839e-23373e7117c6" providerId="ADAL" clId="{5901AB58-6267-49BA-AE6C-8338B4FEFF8F}" dt="2024-11-11T14:16:06.916" v="922" actId="1076"/>
          <ac:spMkLst>
            <pc:docMk/>
            <pc:sldMk cId="1558675247" sldId="271"/>
            <ac:spMk id="9" creationId="{948A36AA-0650-047A-AE86-78EED95F5B88}"/>
          </ac:spMkLst>
        </pc:spChg>
        <pc:spChg chg="del">
          <ac:chgData name="Francesco Luciano Cambria" userId="6da4c536-595c-4daa-839e-23373e7117c6" providerId="ADAL" clId="{5901AB58-6267-49BA-AE6C-8338B4FEFF8F}" dt="2024-11-11T14:15:42.035" v="920" actId="478"/>
          <ac:spMkLst>
            <pc:docMk/>
            <pc:sldMk cId="1558675247" sldId="271"/>
            <ac:spMk id="13" creationId="{92FADD50-7CCE-43BC-FFAD-E624FE5ADDFE}"/>
          </ac:spMkLst>
        </pc:spChg>
        <pc:grpChg chg="del">
          <ac:chgData name="Francesco Luciano Cambria" userId="6da4c536-595c-4daa-839e-23373e7117c6" providerId="ADAL" clId="{5901AB58-6267-49BA-AE6C-8338B4FEFF8F}" dt="2024-11-11T14:15:38.796" v="919" actId="478"/>
          <ac:grpSpMkLst>
            <pc:docMk/>
            <pc:sldMk cId="1558675247" sldId="271"/>
            <ac:grpSpMk id="8" creationId="{24253EAE-3FFB-0892-D9D0-9CB263D7D2A0}"/>
          </ac:grpSpMkLst>
        </pc:grpChg>
        <pc:picChg chg="add mod">
          <ac:chgData name="Francesco Luciano Cambria" userId="6da4c536-595c-4daa-839e-23373e7117c6" providerId="ADAL" clId="{5901AB58-6267-49BA-AE6C-8338B4FEFF8F}" dt="2024-11-11T14:16:06.916" v="922" actId="1076"/>
          <ac:picMkLst>
            <pc:docMk/>
            <pc:sldMk cId="1558675247" sldId="271"/>
            <ac:picMk id="3" creationId="{9E718556-67FD-7C22-67F2-2922A8024190}"/>
          </ac:picMkLst>
        </pc:picChg>
        <pc:picChg chg="add mod">
          <ac:chgData name="Francesco Luciano Cambria" userId="6da4c536-595c-4daa-839e-23373e7117c6" providerId="ADAL" clId="{5901AB58-6267-49BA-AE6C-8338B4FEFF8F}" dt="2024-11-11T14:16:06.916" v="922" actId="1076"/>
          <ac:picMkLst>
            <pc:docMk/>
            <pc:sldMk cId="1558675247" sldId="271"/>
            <ac:picMk id="4" creationId="{F9207587-EC3C-E425-1EDF-53D70CE1BB07}"/>
          </ac:picMkLst>
        </pc:picChg>
      </pc:sldChg>
      <pc:sldChg chg="add">
        <pc:chgData name="Francesco Luciano Cambria" userId="6da4c536-595c-4daa-839e-23373e7117c6" providerId="ADAL" clId="{5901AB58-6267-49BA-AE6C-8338B4FEFF8F}" dt="2024-11-11T14:13:50.122" v="822"/>
        <pc:sldMkLst>
          <pc:docMk/>
          <pc:sldMk cId="1393084394" sldId="272"/>
        </pc:sldMkLst>
      </pc:sldChg>
      <pc:sldChg chg="addSp delSp modSp add mod">
        <pc:chgData name="Francesco Luciano Cambria" userId="6da4c536-595c-4daa-839e-23373e7117c6" providerId="ADAL" clId="{5901AB58-6267-49BA-AE6C-8338B4FEFF8F}" dt="2024-11-11T14:14:24.740" v="840" actId="27636"/>
        <pc:sldMkLst>
          <pc:docMk/>
          <pc:sldMk cId="454196828" sldId="273"/>
        </pc:sldMkLst>
        <pc:spChg chg="mod">
          <ac:chgData name="Francesco Luciano Cambria" userId="6da4c536-595c-4daa-839e-23373e7117c6" providerId="ADAL" clId="{5901AB58-6267-49BA-AE6C-8338B4FEFF8F}" dt="2024-11-11T14:14:24.740" v="840" actId="27636"/>
          <ac:spMkLst>
            <pc:docMk/>
            <pc:sldMk cId="454196828" sldId="273"/>
            <ac:spMk id="2" creationId="{10FF581A-D8A7-7E00-FE7D-1D5A47203082}"/>
          </ac:spMkLst>
        </pc:spChg>
        <pc:spChg chg="del">
          <ac:chgData name="Francesco Luciano Cambria" userId="6da4c536-595c-4daa-839e-23373e7117c6" providerId="ADAL" clId="{5901AB58-6267-49BA-AE6C-8338B4FEFF8F}" dt="2024-11-11T14:14:13.436" v="824" actId="478"/>
          <ac:spMkLst>
            <pc:docMk/>
            <pc:sldMk cId="454196828" sldId="273"/>
            <ac:spMk id="5" creationId="{95A14EE1-E8B2-219A-3EEA-017A64EAAD8E}"/>
          </ac:spMkLst>
        </pc:spChg>
        <pc:spChg chg="del">
          <ac:chgData name="Francesco Luciano Cambria" userId="6da4c536-595c-4daa-839e-23373e7117c6" providerId="ADAL" clId="{5901AB58-6267-49BA-AE6C-8338B4FEFF8F}" dt="2024-11-11T14:14:13.436" v="824" actId="478"/>
          <ac:spMkLst>
            <pc:docMk/>
            <pc:sldMk cId="454196828" sldId="273"/>
            <ac:spMk id="6" creationId="{F152B1CE-07EB-6189-0573-A4898805ED62}"/>
          </ac:spMkLst>
        </pc:spChg>
        <pc:spChg chg="del">
          <ac:chgData name="Francesco Luciano Cambria" userId="6da4c536-595c-4daa-839e-23373e7117c6" providerId="ADAL" clId="{5901AB58-6267-49BA-AE6C-8338B4FEFF8F}" dt="2024-11-11T14:14:13.436" v="824" actId="478"/>
          <ac:spMkLst>
            <pc:docMk/>
            <pc:sldMk cId="454196828" sldId="273"/>
            <ac:spMk id="7" creationId="{F937C8E2-FBD8-1A8C-D6F6-CF20333DC653}"/>
          </ac:spMkLst>
        </pc:spChg>
        <pc:spChg chg="del">
          <ac:chgData name="Francesco Luciano Cambria" userId="6da4c536-595c-4daa-839e-23373e7117c6" providerId="ADAL" clId="{5901AB58-6267-49BA-AE6C-8338B4FEFF8F}" dt="2024-11-11T14:14:13.436" v="824" actId="478"/>
          <ac:spMkLst>
            <pc:docMk/>
            <pc:sldMk cId="454196828" sldId="273"/>
            <ac:spMk id="9" creationId="{FFBDAA0A-A212-57AB-0384-142F3FF965CF}"/>
          </ac:spMkLst>
        </pc:spChg>
        <pc:spChg chg="add mod">
          <ac:chgData name="Francesco Luciano Cambria" userId="6da4c536-595c-4daa-839e-23373e7117c6" providerId="ADAL" clId="{5901AB58-6267-49BA-AE6C-8338B4FEFF8F}" dt="2024-11-11T14:14:18.402" v="826" actId="1076"/>
          <ac:spMkLst>
            <pc:docMk/>
            <pc:sldMk cId="454196828" sldId="273"/>
            <ac:spMk id="10" creationId="{FD739AA6-1732-F8FE-D58A-7166331CD0A1}"/>
          </ac:spMkLst>
        </pc:spChg>
        <pc:spChg chg="add mod">
          <ac:chgData name="Francesco Luciano Cambria" userId="6da4c536-595c-4daa-839e-23373e7117c6" providerId="ADAL" clId="{5901AB58-6267-49BA-AE6C-8338B4FEFF8F}" dt="2024-11-11T14:14:18.402" v="826" actId="1076"/>
          <ac:spMkLst>
            <pc:docMk/>
            <pc:sldMk cId="454196828" sldId="273"/>
            <ac:spMk id="11" creationId="{E16D8B1C-ADE8-0A2D-3D10-7478D2225CBB}"/>
          </ac:spMkLst>
        </pc:spChg>
        <pc:spChg chg="add mod">
          <ac:chgData name="Francesco Luciano Cambria" userId="6da4c536-595c-4daa-839e-23373e7117c6" providerId="ADAL" clId="{5901AB58-6267-49BA-AE6C-8338B4FEFF8F}" dt="2024-11-11T14:14:18.402" v="826" actId="1076"/>
          <ac:spMkLst>
            <pc:docMk/>
            <pc:sldMk cId="454196828" sldId="273"/>
            <ac:spMk id="13" creationId="{AC6C251F-5C6E-52EB-5A65-202C08BBE7EF}"/>
          </ac:spMkLst>
        </pc:spChg>
        <pc:spChg chg="del">
          <ac:chgData name="Francesco Luciano Cambria" userId="6da4c536-595c-4daa-839e-23373e7117c6" providerId="ADAL" clId="{5901AB58-6267-49BA-AE6C-8338B4FEFF8F}" dt="2024-11-11T14:14:13.436" v="824" actId="478"/>
          <ac:spMkLst>
            <pc:docMk/>
            <pc:sldMk cId="454196828" sldId="273"/>
            <ac:spMk id="16" creationId="{3726CBE9-6435-1549-364C-46DD5690CE3A}"/>
          </ac:spMkLst>
        </pc:spChg>
        <pc:spChg chg="add mod">
          <ac:chgData name="Francesco Luciano Cambria" userId="6da4c536-595c-4daa-839e-23373e7117c6" providerId="ADAL" clId="{5901AB58-6267-49BA-AE6C-8338B4FEFF8F}" dt="2024-11-11T14:14:18.402" v="826" actId="1076"/>
          <ac:spMkLst>
            <pc:docMk/>
            <pc:sldMk cId="454196828" sldId="273"/>
            <ac:spMk id="17" creationId="{2AB16F17-B92C-5BFC-07B3-9F85B2637844}"/>
          </ac:spMkLst>
        </pc:spChg>
        <pc:spChg chg="mod">
          <ac:chgData name="Francesco Luciano Cambria" userId="6da4c536-595c-4daa-839e-23373e7117c6" providerId="ADAL" clId="{5901AB58-6267-49BA-AE6C-8338B4FEFF8F}" dt="2024-11-11T14:14:18.402" v="826" actId="1076"/>
          <ac:spMkLst>
            <pc:docMk/>
            <pc:sldMk cId="454196828" sldId="273"/>
            <ac:spMk id="21" creationId="{E462A94A-26C7-E44A-F5C4-8E52D9FBF425}"/>
          </ac:spMkLst>
        </pc:spChg>
        <pc:grpChg chg="del">
          <ac:chgData name="Francesco Luciano Cambria" userId="6da4c536-595c-4daa-839e-23373e7117c6" providerId="ADAL" clId="{5901AB58-6267-49BA-AE6C-8338B4FEFF8F}" dt="2024-11-11T14:14:13.436" v="824" actId="478"/>
          <ac:grpSpMkLst>
            <pc:docMk/>
            <pc:sldMk cId="454196828" sldId="273"/>
            <ac:grpSpMk id="12" creationId="{BD802F4D-FAA9-84CC-31B1-8DBB298D188F}"/>
          </ac:grpSpMkLst>
        </pc:grpChg>
        <pc:grpChg chg="add mod">
          <ac:chgData name="Francesco Luciano Cambria" userId="6da4c536-595c-4daa-839e-23373e7117c6" providerId="ADAL" clId="{5901AB58-6267-49BA-AE6C-8338B4FEFF8F}" dt="2024-11-11T14:14:18.402" v="826" actId="1076"/>
          <ac:grpSpMkLst>
            <pc:docMk/>
            <pc:sldMk cId="454196828" sldId="273"/>
            <ac:grpSpMk id="18" creationId="{33ABBF68-1BB8-70D8-0C1B-A28F21186CBE}"/>
          </ac:grpSpMkLst>
        </pc:grpChg>
        <pc:picChg chg="del">
          <ac:chgData name="Francesco Luciano Cambria" userId="6da4c536-595c-4daa-839e-23373e7117c6" providerId="ADAL" clId="{5901AB58-6267-49BA-AE6C-8338B4FEFF8F}" dt="2024-11-11T14:14:13.436" v="824" actId="478"/>
          <ac:picMkLst>
            <pc:docMk/>
            <pc:sldMk cId="454196828" sldId="273"/>
            <ac:picMk id="3" creationId="{B8A9FA69-6587-8416-8999-8581DF541D98}"/>
          </ac:picMkLst>
        </pc:picChg>
        <pc:picChg chg="del">
          <ac:chgData name="Francesco Luciano Cambria" userId="6da4c536-595c-4daa-839e-23373e7117c6" providerId="ADAL" clId="{5901AB58-6267-49BA-AE6C-8338B4FEFF8F}" dt="2024-11-11T14:14:13.436" v="824" actId="478"/>
          <ac:picMkLst>
            <pc:docMk/>
            <pc:sldMk cId="454196828" sldId="273"/>
            <ac:picMk id="4" creationId="{90BEAE9C-3ED7-4432-1A95-9F42025B40A9}"/>
          </ac:picMkLst>
        </pc:picChg>
        <pc:picChg chg="add mod">
          <ac:chgData name="Francesco Luciano Cambria" userId="6da4c536-595c-4daa-839e-23373e7117c6" providerId="ADAL" clId="{5901AB58-6267-49BA-AE6C-8338B4FEFF8F}" dt="2024-11-11T14:14:18.402" v="826" actId="1076"/>
          <ac:picMkLst>
            <pc:docMk/>
            <pc:sldMk cId="454196828" sldId="273"/>
            <ac:picMk id="8" creationId="{F428F269-3BA7-F019-595F-4589001A14E1}"/>
          </ac:picMkLst>
        </pc:picChg>
        <pc:picChg chg="mod">
          <ac:chgData name="Francesco Luciano Cambria" userId="6da4c536-595c-4daa-839e-23373e7117c6" providerId="ADAL" clId="{5901AB58-6267-49BA-AE6C-8338B4FEFF8F}" dt="2024-11-11T14:14:18.402" v="826" actId="1076"/>
          <ac:picMkLst>
            <pc:docMk/>
            <pc:sldMk cId="454196828" sldId="273"/>
            <ac:picMk id="19" creationId="{B5654997-2804-41B6-63A4-5D4FF933C87D}"/>
          </ac:picMkLst>
        </pc:picChg>
        <pc:picChg chg="mod">
          <ac:chgData name="Francesco Luciano Cambria" userId="6da4c536-595c-4daa-839e-23373e7117c6" providerId="ADAL" clId="{5901AB58-6267-49BA-AE6C-8338B4FEFF8F}" dt="2024-11-11T14:14:18.402" v="826" actId="1076"/>
          <ac:picMkLst>
            <pc:docMk/>
            <pc:sldMk cId="454196828" sldId="273"/>
            <ac:picMk id="20" creationId="{F816579E-B8E2-F6F6-8A89-6FF423EFB1FF}"/>
          </ac:picMkLst>
        </pc:picChg>
      </pc:sldChg>
      <pc:sldChg chg="modSp add mod ord">
        <pc:chgData name="Francesco Luciano Cambria" userId="6da4c536-595c-4daa-839e-23373e7117c6" providerId="ADAL" clId="{5901AB58-6267-49BA-AE6C-8338B4FEFF8F}" dt="2024-11-11T14:17:33.762" v="969"/>
        <pc:sldMkLst>
          <pc:docMk/>
          <pc:sldMk cId="2397009257" sldId="274"/>
        </pc:sldMkLst>
        <pc:spChg chg="mod">
          <ac:chgData name="Francesco Luciano Cambria" userId="6da4c536-595c-4daa-839e-23373e7117c6" providerId="ADAL" clId="{5901AB58-6267-49BA-AE6C-8338B4FEFF8F}" dt="2024-11-11T14:17:27.489" v="967" actId="404"/>
          <ac:spMkLst>
            <pc:docMk/>
            <pc:sldMk cId="2397009257" sldId="274"/>
            <ac:spMk id="2" creationId="{2041E1CE-AA80-D887-DA65-3E4AA36F7D79}"/>
          </ac:spMkLst>
        </pc:spChg>
      </pc:sldChg>
      <pc:sldChg chg="add del">
        <pc:chgData name="Francesco Luciano Cambria" userId="6da4c536-595c-4daa-839e-23373e7117c6" providerId="ADAL" clId="{5901AB58-6267-49BA-AE6C-8338B4FEFF8F}" dt="2024-11-11T14:17:04.509" v="939" actId="47"/>
        <pc:sldMkLst>
          <pc:docMk/>
          <pc:sldMk cId="3876938454" sldId="274"/>
        </pc:sldMkLst>
      </pc:sldChg>
      <pc:sldChg chg="add del">
        <pc:chgData name="Francesco Luciano Cambria" userId="6da4c536-595c-4daa-839e-23373e7117c6" providerId="ADAL" clId="{5901AB58-6267-49BA-AE6C-8338B4FEFF8F}" dt="2024-11-11T14:16:41.584" v="934"/>
        <pc:sldMkLst>
          <pc:docMk/>
          <pc:sldMk cId="1450867208" sldId="275"/>
        </pc:sldMkLst>
      </pc:sldChg>
      <pc:sldChg chg="addSp delSp modSp add mod">
        <pc:chgData name="Francesco Luciano Cambria" userId="6da4c536-595c-4daa-839e-23373e7117c6" providerId="ADAL" clId="{5901AB58-6267-49BA-AE6C-8338B4FEFF8F}" dt="2024-11-11T14:21:15.313" v="1031" actId="14100"/>
        <pc:sldMkLst>
          <pc:docMk/>
          <pc:sldMk cId="3352044978" sldId="275"/>
        </pc:sldMkLst>
        <pc:spChg chg="mod">
          <ac:chgData name="Francesco Luciano Cambria" userId="6da4c536-595c-4daa-839e-23373e7117c6" providerId="ADAL" clId="{5901AB58-6267-49BA-AE6C-8338B4FEFF8F}" dt="2024-11-11T14:19:17.443" v="991" actId="255"/>
          <ac:spMkLst>
            <pc:docMk/>
            <pc:sldMk cId="3352044978" sldId="275"/>
            <ac:spMk id="2" creationId="{0D360B80-4FB5-7A12-ACED-F137B4BA17A2}"/>
          </ac:spMkLst>
        </pc:spChg>
        <pc:spChg chg="add mod">
          <ac:chgData name="Francesco Luciano Cambria" userId="6da4c536-595c-4daa-839e-23373e7117c6" providerId="ADAL" clId="{5901AB58-6267-49BA-AE6C-8338B4FEFF8F}" dt="2024-11-11T14:18:19.939" v="981" actId="1076"/>
          <ac:spMkLst>
            <pc:docMk/>
            <pc:sldMk cId="3352044978" sldId="275"/>
            <ac:spMk id="4" creationId="{2F8BDC0A-B874-BA69-9B64-87A485687516}"/>
          </ac:spMkLst>
        </pc:spChg>
        <pc:spChg chg="add mod">
          <ac:chgData name="Francesco Luciano Cambria" userId="6da4c536-595c-4daa-839e-23373e7117c6" providerId="ADAL" clId="{5901AB58-6267-49BA-AE6C-8338B4FEFF8F}" dt="2024-11-11T14:20:54.047" v="1026" actId="1076"/>
          <ac:spMkLst>
            <pc:docMk/>
            <pc:sldMk cId="3352044978" sldId="275"/>
            <ac:spMk id="5" creationId="{79FB2EF9-9438-EACA-B6FC-A62069DEC572}"/>
          </ac:spMkLst>
        </pc:spChg>
        <pc:spChg chg="add mod ord">
          <ac:chgData name="Francesco Luciano Cambria" userId="6da4c536-595c-4daa-839e-23373e7117c6" providerId="ADAL" clId="{5901AB58-6267-49BA-AE6C-8338B4FEFF8F}" dt="2024-11-11T14:20:50.119" v="1025" actId="1036"/>
          <ac:spMkLst>
            <pc:docMk/>
            <pc:sldMk cId="3352044978" sldId="275"/>
            <ac:spMk id="6" creationId="{14BE5500-6B64-AF92-3D6A-FBCDD7532B87}"/>
          </ac:spMkLst>
        </pc:spChg>
        <pc:spChg chg="mod">
          <ac:chgData name="Francesco Luciano Cambria" userId="6da4c536-595c-4daa-839e-23373e7117c6" providerId="ADAL" clId="{5901AB58-6267-49BA-AE6C-8338B4FEFF8F}" dt="2024-11-11T14:20:50.119" v="1025" actId="1036"/>
          <ac:spMkLst>
            <pc:docMk/>
            <pc:sldMk cId="3352044978" sldId="275"/>
            <ac:spMk id="9" creationId="{93AA253C-6575-6EF8-74F2-904E417ABFAC}"/>
          </ac:spMkLst>
        </pc:spChg>
        <pc:spChg chg="mod">
          <ac:chgData name="Francesco Luciano Cambria" userId="6da4c536-595c-4daa-839e-23373e7117c6" providerId="ADAL" clId="{5901AB58-6267-49BA-AE6C-8338B4FEFF8F}" dt="2024-11-11T14:18:31.212" v="983" actId="14100"/>
          <ac:spMkLst>
            <pc:docMk/>
            <pc:sldMk cId="3352044978" sldId="275"/>
            <ac:spMk id="10" creationId="{86920D85-6A8B-44CA-1ED0-19FBA7A46DA6}"/>
          </ac:spMkLst>
        </pc:spChg>
        <pc:spChg chg="mod">
          <ac:chgData name="Francesco Luciano Cambria" userId="6da4c536-595c-4daa-839e-23373e7117c6" providerId="ADAL" clId="{5901AB58-6267-49BA-AE6C-8338B4FEFF8F}" dt="2024-11-11T14:18:31.212" v="983" actId="14100"/>
          <ac:spMkLst>
            <pc:docMk/>
            <pc:sldMk cId="3352044978" sldId="275"/>
            <ac:spMk id="11" creationId="{3EE1B5B8-5A87-D3EC-2ED4-6D068BE64114}"/>
          </ac:spMkLst>
        </pc:spChg>
        <pc:spChg chg="mod">
          <ac:chgData name="Francesco Luciano Cambria" userId="6da4c536-595c-4daa-839e-23373e7117c6" providerId="ADAL" clId="{5901AB58-6267-49BA-AE6C-8338B4FEFF8F}" dt="2024-11-11T14:20:50.119" v="1025" actId="1036"/>
          <ac:spMkLst>
            <pc:docMk/>
            <pc:sldMk cId="3352044978" sldId="275"/>
            <ac:spMk id="12" creationId="{9A681877-8E76-9A51-66E8-F59C79023F89}"/>
          </ac:spMkLst>
        </pc:spChg>
        <pc:spChg chg="del mod">
          <ac:chgData name="Francesco Luciano Cambria" userId="6da4c536-595c-4daa-839e-23373e7117c6" providerId="ADAL" clId="{5901AB58-6267-49BA-AE6C-8338B4FEFF8F}" dt="2024-11-11T14:18:12.154" v="979" actId="478"/>
          <ac:spMkLst>
            <pc:docMk/>
            <pc:sldMk cId="3352044978" sldId="275"/>
            <ac:spMk id="13" creationId="{4C446434-24BD-C360-B00B-06E29A1482C1}"/>
          </ac:spMkLst>
        </pc:spChg>
        <pc:grpChg chg="add mod">
          <ac:chgData name="Francesco Luciano Cambria" userId="6da4c536-595c-4daa-839e-23373e7117c6" providerId="ADAL" clId="{5901AB58-6267-49BA-AE6C-8338B4FEFF8F}" dt="2024-11-11T14:20:50.119" v="1025" actId="1036"/>
          <ac:grpSpMkLst>
            <pc:docMk/>
            <pc:sldMk cId="3352044978" sldId="275"/>
            <ac:grpSpMk id="7" creationId="{69CD03AC-31FB-9393-7C79-58D3DC88C612}"/>
          </ac:grpSpMkLst>
        </pc:grpChg>
        <pc:grpChg chg="mod">
          <ac:chgData name="Francesco Luciano Cambria" userId="6da4c536-595c-4daa-839e-23373e7117c6" providerId="ADAL" clId="{5901AB58-6267-49BA-AE6C-8338B4FEFF8F}" dt="2024-11-11T14:18:31.212" v="983" actId="14100"/>
          <ac:grpSpMkLst>
            <pc:docMk/>
            <pc:sldMk cId="3352044978" sldId="275"/>
            <ac:grpSpMk id="8" creationId="{9B83D3FD-562B-F216-D674-AFE5F4CE7D4A}"/>
          </ac:grpSpMkLst>
        </pc:grpChg>
        <pc:cxnChg chg="add mod">
          <ac:chgData name="Francesco Luciano Cambria" userId="6da4c536-595c-4daa-839e-23373e7117c6" providerId="ADAL" clId="{5901AB58-6267-49BA-AE6C-8338B4FEFF8F}" dt="2024-11-11T14:21:15.313" v="1031" actId="14100"/>
          <ac:cxnSpMkLst>
            <pc:docMk/>
            <pc:sldMk cId="3352044978" sldId="275"/>
            <ac:cxnSpMk id="14" creationId="{22A937CD-8057-A34F-9424-2DF1BD7D8F09}"/>
          </ac:cxnSpMkLst>
        </pc:cxnChg>
      </pc:sldChg>
      <pc:sldChg chg="addSp delSp modSp add mod">
        <pc:chgData name="Francesco Luciano Cambria" userId="6da4c536-595c-4daa-839e-23373e7117c6" providerId="ADAL" clId="{5901AB58-6267-49BA-AE6C-8338B4FEFF8F}" dt="2024-11-11T14:22:57.341" v="1063" actId="20577"/>
        <pc:sldMkLst>
          <pc:docMk/>
          <pc:sldMk cId="2945828372" sldId="276"/>
        </pc:sldMkLst>
        <pc:spChg chg="mod">
          <ac:chgData name="Francesco Luciano Cambria" userId="6da4c536-595c-4daa-839e-23373e7117c6" providerId="ADAL" clId="{5901AB58-6267-49BA-AE6C-8338B4FEFF8F}" dt="2024-11-11T14:21:31.818" v="1033" actId="20577"/>
          <ac:spMkLst>
            <pc:docMk/>
            <pc:sldMk cId="2945828372" sldId="276"/>
            <ac:spMk id="2" creationId="{0EAFBE31-A597-EF9D-4012-68D6F097873A}"/>
          </ac:spMkLst>
        </pc:spChg>
        <pc:spChg chg="add mod ord">
          <ac:chgData name="Francesco Luciano Cambria" userId="6da4c536-595c-4daa-839e-23373e7117c6" providerId="ADAL" clId="{5901AB58-6267-49BA-AE6C-8338B4FEFF8F}" dt="2024-11-11T14:22:57.341" v="1063" actId="20577"/>
          <ac:spMkLst>
            <pc:docMk/>
            <pc:sldMk cId="2945828372" sldId="276"/>
            <ac:spMk id="3" creationId="{66AA6A50-AC9B-ED23-47AA-EAAABE5AAB40}"/>
          </ac:spMkLst>
        </pc:spChg>
        <pc:spChg chg="del">
          <ac:chgData name="Francesco Luciano Cambria" userId="6da4c536-595c-4daa-839e-23373e7117c6" providerId="ADAL" clId="{5901AB58-6267-49BA-AE6C-8338B4FEFF8F}" dt="2024-11-11T14:21:44.902" v="1038" actId="478"/>
          <ac:spMkLst>
            <pc:docMk/>
            <pc:sldMk cId="2945828372" sldId="276"/>
            <ac:spMk id="4" creationId="{07C91FB9-F461-7EC0-B3A1-CB6A65590FC4}"/>
          </ac:spMkLst>
        </pc:spChg>
        <pc:spChg chg="del">
          <ac:chgData name="Francesco Luciano Cambria" userId="6da4c536-595c-4daa-839e-23373e7117c6" providerId="ADAL" clId="{5901AB58-6267-49BA-AE6C-8338B4FEFF8F}" dt="2024-11-11T14:21:37.936" v="1035" actId="478"/>
          <ac:spMkLst>
            <pc:docMk/>
            <pc:sldMk cId="2945828372" sldId="276"/>
            <ac:spMk id="5" creationId="{B00E06B9-D26A-5D93-131F-D45AB7A7A96E}"/>
          </ac:spMkLst>
        </pc:spChg>
        <pc:spChg chg="del">
          <ac:chgData name="Francesco Luciano Cambria" userId="6da4c536-595c-4daa-839e-23373e7117c6" providerId="ADAL" clId="{5901AB58-6267-49BA-AE6C-8338B4FEFF8F}" dt="2024-11-11T14:21:42.814" v="1037" actId="478"/>
          <ac:spMkLst>
            <pc:docMk/>
            <pc:sldMk cId="2945828372" sldId="276"/>
            <ac:spMk id="6" creationId="{5FB6E099-784C-4444-A5D0-3A8F11508640}"/>
          </ac:spMkLst>
        </pc:spChg>
        <pc:spChg chg="mod">
          <ac:chgData name="Francesco Luciano Cambria" userId="6da4c536-595c-4daa-839e-23373e7117c6" providerId="ADAL" clId="{5901AB58-6267-49BA-AE6C-8338B4FEFF8F}" dt="2024-11-11T14:22:37.733" v="1048" actId="14100"/>
          <ac:spMkLst>
            <pc:docMk/>
            <pc:sldMk cId="2945828372" sldId="276"/>
            <ac:spMk id="15" creationId="{F10E28CB-09C7-F9E2-0447-92D48BEA8603}"/>
          </ac:spMkLst>
        </pc:spChg>
        <pc:spChg chg="mod">
          <ac:chgData name="Francesco Luciano Cambria" userId="6da4c536-595c-4daa-839e-23373e7117c6" providerId="ADAL" clId="{5901AB58-6267-49BA-AE6C-8338B4FEFF8F}" dt="2024-11-11T14:22:37.733" v="1048" actId="14100"/>
          <ac:spMkLst>
            <pc:docMk/>
            <pc:sldMk cId="2945828372" sldId="276"/>
            <ac:spMk id="16" creationId="{5D1829AB-4D0D-F568-63B5-0DB80DFEDE0B}"/>
          </ac:spMkLst>
        </pc:spChg>
        <pc:grpChg chg="del">
          <ac:chgData name="Francesco Luciano Cambria" userId="6da4c536-595c-4daa-839e-23373e7117c6" providerId="ADAL" clId="{5901AB58-6267-49BA-AE6C-8338B4FEFF8F}" dt="2024-11-11T14:21:39.867" v="1036" actId="478"/>
          <ac:grpSpMkLst>
            <pc:docMk/>
            <pc:sldMk cId="2945828372" sldId="276"/>
            <ac:grpSpMk id="7" creationId="{6E753FF2-A8BE-D9A4-059B-C0504FCC2C65}"/>
          </ac:grpSpMkLst>
        </pc:grpChg>
        <pc:grpChg chg="del">
          <ac:chgData name="Francesco Luciano Cambria" userId="6da4c536-595c-4daa-839e-23373e7117c6" providerId="ADAL" clId="{5901AB58-6267-49BA-AE6C-8338B4FEFF8F}" dt="2024-11-11T14:21:45.907" v="1039" actId="478"/>
          <ac:grpSpMkLst>
            <pc:docMk/>
            <pc:sldMk cId="2945828372" sldId="276"/>
            <ac:grpSpMk id="8" creationId="{9867539B-789B-08CC-E792-7CBA10EF26A5}"/>
          </ac:grpSpMkLst>
        </pc:grpChg>
        <pc:grpChg chg="add mod">
          <ac:chgData name="Francesco Luciano Cambria" userId="6da4c536-595c-4daa-839e-23373e7117c6" providerId="ADAL" clId="{5901AB58-6267-49BA-AE6C-8338B4FEFF8F}" dt="2024-11-11T14:22:37.733" v="1048" actId="14100"/>
          <ac:grpSpMkLst>
            <pc:docMk/>
            <pc:sldMk cId="2945828372" sldId="276"/>
            <ac:grpSpMk id="13" creationId="{A674B513-AAE6-5E19-CED9-1B06CCF00738}"/>
          </ac:grpSpMkLst>
        </pc:grpChg>
        <pc:cxnChg chg="del">
          <ac:chgData name="Francesco Luciano Cambria" userId="6da4c536-595c-4daa-839e-23373e7117c6" providerId="ADAL" clId="{5901AB58-6267-49BA-AE6C-8338B4FEFF8F}" dt="2024-11-11T14:21:34.178" v="1034" actId="478"/>
          <ac:cxnSpMkLst>
            <pc:docMk/>
            <pc:sldMk cId="2945828372" sldId="276"/>
            <ac:cxnSpMk id="14" creationId="{1D9D73C4-D0C6-2C0D-A0C0-1FF431035B12}"/>
          </ac:cxnSpMkLst>
        </pc:cxnChg>
      </pc:sldChg>
      <pc:sldChg chg="modSp add mod">
        <pc:chgData name="Francesco Luciano Cambria" userId="6da4c536-595c-4daa-839e-23373e7117c6" providerId="ADAL" clId="{5901AB58-6267-49BA-AE6C-8338B4FEFF8F}" dt="2024-11-11T14:26:48.707" v="1083" actId="20577"/>
        <pc:sldMkLst>
          <pc:docMk/>
          <pc:sldMk cId="53400665" sldId="277"/>
        </pc:sldMkLst>
        <pc:spChg chg="mod">
          <ac:chgData name="Francesco Luciano Cambria" userId="6da4c536-595c-4daa-839e-23373e7117c6" providerId="ADAL" clId="{5901AB58-6267-49BA-AE6C-8338B4FEFF8F}" dt="2024-11-11T14:26:48.707" v="1083" actId="20577"/>
          <ac:spMkLst>
            <pc:docMk/>
            <pc:sldMk cId="53400665" sldId="277"/>
            <ac:spMk id="2" creationId="{657F9361-8A05-FBB0-75AF-B5748B10EAC4}"/>
          </ac:spMkLst>
        </pc:spChg>
      </pc:sldChg>
      <pc:sldChg chg="addSp delSp modSp add mod">
        <pc:chgData name="Francesco Luciano Cambria" userId="6da4c536-595c-4daa-839e-23373e7117c6" providerId="ADAL" clId="{5901AB58-6267-49BA-AE6C-8338B4FEFF8F}" dt="2024-11-11T14:41:14.327" v="1107" actId="1076"/>
        <pc:sldMkLst>
          <pc:docMk/>
          <pc:sldMk cId="1441636630" sldId="278"/>
        </pc:sldMkLst>
        <pc:spChg chg="add del mod">
          <ac:chgData name="Francesco Luciano Cambria" userId="6da4c536-595c-4daa-839e-23373e7117c6" providerId="ADAL" clId="{5901AB58-6267-49BA-AE6C-8338B4FEFF8F}" dt="2024-11-11T14:38:08.754" v="1100" actId="478"/>
          <ac:spMkLst>
            <pc:docMk/>
            <pc:sldMk cId="1441636630" sldId="278"/>
            <ac:spMk id="3" creationId="{C3FBAC96-5982-BB75-2AA7-1496D21B63F9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4" creationId="{2B27F9DF-222D-173F-1A33-AD552D936EEF}"/>
          </ac:spMkLst>
        </pc:spChg>
        <pc:spChg chg="add mod">
          <ac:chgData name="Francesco Luciano Cambria" userId="6da4c536-595c-4daa-839e-23373e7117c6" providerId="ADAL" clId="{5901AB58-6267-49BA-AE6C-8338B4FEFF8F}" dt="2024-11-11T14:41:05.708" v="1105" actId="1076"/>
          <ac:spMkLst>
            <pc:docMk/>
            <pc:sldMk cId="1441636630" sldId="278"/>
            <ac:spMk id="8" creationId="{2DE5176A-6598-DA87-1AD0-457B6C5851DE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9" creationId="{7695D605-5580-F37F-5BDE-864C8441F4D2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11" creationId="{25E3451F-7CDC-0712-40A3-C97C0CF630A7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13" creationId="{6D7D7859-CB12-3D86-5EA7-E3B47B195ED7}"/>
          </ac:spMkLst>
        </pc:spChg>
        <pc:spChg chg="add mod">
          <ac:chgData name="Francesco Luciano Cambria" userId="6da4c536-595c-4daa-839e-23373e7117c6" providerId="ADAL" clId="{5901AB58-6267-49BA-AE6C-8338B4FEFF8F}" dt="2024-11-11T14:41:08.625" v="1106" actId="1076"/>
          <ac:spMkLst>
            <pc:docMk/>
            <pc:sldMk cId="1441636630" sldId="278"/>
            <ac:spMk id="14" creationId="{22BB3C0A-B817-70A0-AE86-99C25B605638}"/>
          </ac:spMkLst>
        </pc:spChg>
        <pc:spChg chg="add mod">
          <ac:chgData name="Francesco Luciano Cambria" userId="6da4c536-595c-4daa-839e-23373e7117c6" providerId="ADAL" clId="{5901AB58-6267-49BA-AE6C-8338B4FEFF8F}" dt="2024-11-11T14:41:14.327" v="1107" actId="1076"/>
          <ac:spMkLst>
            <pc:docMk/>
            <pc:sldMk cId="1441636630" sldId="278"/>
            <ac:spMk id="15" creationId="{C73D65A1-975B-6D06-A249-754208D009D2}"/>
          </ac:spMkLst>
        </pc:spChg>
        <pc:spChg chg="add mod">
          <ac:chgData name="Francesco Luciano Cambria" userId="6da4c536-595c-4daa-839e-23373e7117c6" providerId="ADAL" clId="{5901AB58-6267-49BA-AE6C-8338B4FEFF8F}" dt="2024-11-11T14:34:34.459" v="1095" actId="14100"/>
          <ac:spMkLst>
            <pc:docMk/>
            <pc:sldMk cId="1441636630" sldId="278"/>
            <ac:spMk id="16" creationId="{7B973007-FD85-D1B3-E674-527C36B0EB0E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17" creationId="{EB4DD67F-4512-7F28-096B-5BFABFEBC632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18" creationId="{CBE74C29-4F90-DF7A-1379-DF795B3B9A65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19" creationId="{E507172D-668E-1486-90F3-B87170EB6F45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20" creationId="{D143A037-C55B-BD8E-785C-648AF227071A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21" creationId="{26176F8E-3B93-4CEC-7912-3206C202A0EA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22" creationId="{4BCF70DC-5325-E9E9-184B-E80B96B8CC10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23" creationId="{984D4C35-AC91-85A0-3BC9-A8DCF5F06AD4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25" creationId="{5D052017-D7AA-A008-66AE-7218FA23F6B2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27" creationId="{83F289AE-D644-2318-7158-642311286705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0" creationId="{5AD5230F-1E86-F1B1-48B3-7AA3BC6A5D1D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1" creationId="{E042E2C8-E2F8-A271-BDC0-3DC968EC4FBE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2" creationId="{75139478-CE72-82CC-CEF1-A346E202FA5E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3" creationId="{4A1022CE-3226-9194-E1D4-F4238FD4B4A2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4" creationId="{0D549C8F-5936-903C-2CAD-1340FCC30A60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5" creationId="{4CC89FA6-3353-C772-8A0E-FE73A2EAF3C2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6" creationId="{00413D97-1E15-D239-14E8-8C1225AE5B18}"/>
          </ac:spMkLst>
        </pc:spChg>
        <pc:grpChg chg="del">
          <ac:chgData name="Francesco Luciano Cambria" userId="6da4c536-595c-4daa-839e-23373e7117c6" providerId="ADAL" clId="{5901AB58-6267-49BA-AE6C-8338B4FEFF8F}" dt="2024-11-11T14:33:39.548" v="1085" actId="478"/>
          <ac:grpSpMkLst>
            <pc:docMk/>
            <pc:sldMk cId="1441636630" sldId="278"/>
            <ac:grpSpMk id="5" creationId="{86668B01-9753-D246-E3E4-28CF3AF68055}"/>
          </ac:grpSpMkLst>
        </pc:grpChg>
        <pc:grpChg chg="add mod">
          <ac:chgData name="Francesco Luciano Cambria" userId="6da4c536-595c-4daa-839e-23373e7117c6" providerId="ADAL" clId="{5901AB58-6267-49BA-AE6C-8338B4FEFF8F}" dt="2024-11-11T14:33:41.330" v="1087"/>
          <ac:grpSpMkLst>
            <pc:docMk/>
            <pc:sldMk cId="1441636630" sldId="278"/>
            <ac:grpSpMk id="10" creationId="{F37786AA-42BA-C2B2-6287-CB6F0C5795CC}"/>
          </ac:grpSpMkLst>
        </pc:grpChg>
        <pc:grpChg chg="add mod">
          <ac:chgData name="Francesco Luciano Cambria" userId="6da4c536-595c-4daa-839e-23373e7117c6" providerId="ADAL" clId="{5901AB58-6267-49BA-AE6C-8338B4FEFF8F}" dt="2024-11-11T14:33:41.330" v="1087"/>
          <ac:grpSpMkLst>
            <pc:docMk/>
            <pc:sldMk cId="1441636630" sldId="278"/>
            <ac:grpSpMk id="26" creationId="{27823A87-9273-D165-3D1F-4BC907DDDD1E}"/>
          </ac:grpSpMkLst>
        </pc:grpChg>
        <pc:grpChg chg="add mod">
          <ac:chgData name="Francesco Luciano Cambria" userId="6da4c536-595c-4daa-839e-23373e7117c6" providerId="ADAL" clId="{5901AB58-6267-49BA-AE6C-8338B4FEFF8F}" dt="2024-11-11T14:33:41.330" v="1087"/>
          <ac:grpSpMkLst>
            <pc:docMk/>
            <pc:sldMk cId="1441636630" sldId="278"/>
            <ac:grpSpMk id="28" creationId="{D61F7F04-569C-0324-369D-34769A4C6247}"/>
          </ac:grpSpMkLst>
        </pc:grpChg>
        <pc:picChg chg="add mod">
          <ac:chgData name="Francesco Luciano Cambria" userId="6da4c536-595c-4daa-839e-23373e7117c6" providerId="ADAL" clId="{5901AB58-6267-49BA-AE6C-8338B4FEFF8F}" dt="2024-11-11T14:33:41.330" v="1087"/>
          <ac:picMkLst>
            <pc:docMk/>
            <pc:sldMk cId="1441636630" sldId="278"/>
            <ac:picMk id="12" creationId="{A3CEA904-B122-0D31-2243-1A9D599AF557}"/>
          </ac:picMkLst>
        </pc:picChg>
        <pc:picChg chg="del">
          <ac:chgData name="Francesco Luciano Cambria" userId="6da4c536-595c-4daa-839e-23373e7117c6" providerId="ADAL" clId="{5901AB58-6267-49BA-AE6C-8338B4FEFF8F}" dt="2024-11-11T14:33:40.895" v="1086" actId="478"/>
          <ac:picMkLst>
            <pc:docMk/>
            <pc:sldMk cId="1441636630" sldId="278"/>
            <ac:picMk id="24" creationId="{2522D568-474A-C7F6-D999-E724C4FF2CE9}"/>
          </ac:picMkLst>
        </pc:picChg>
        <pc:picChg chg="add mod">
          <ac:chgData name="Francesco Luciano Cambria" userId="6da4c536-595c-4daa-839e-23373e7117c6" providerId="ADAL" clId="{5901AB58-6267-49BA-AE6C-8338B4FEFF8F}" dt="2024-11-11T14:33:41.330" v="1087"/>
          <ac:picMkLst>
            <pc:docMk/>
            <pc:sldMk cId="1441636630" sldId="278"/>
            <ac:picMk id="29" creationId="{640B045B-36F8-B92C-AD68-6BDDE0B11F79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5:00:16.127" v="1183" actId="1076"/>
        <pc:sldMkLst>
          <pc:docMk/>
          <pc:sldMk cId="756207234" sldId="279"/>
        </pc:sldMkLst>
        <pc:spChg chg="del">
          <ac:chgData name="Francesco Luciano Cambria" userId="6da4c536-595c-4daa-839e-23373e7117c6" providerId="ADAL" clId="{5901AB58-6267-49BA-AE6C-8338B4FEFF8F}" dt="2024-11-11T14:45:11.866" v="1108" actId="478"/>
          <ac:spMkLst>
            <pc:docMk/>
            <pc:sldMk cId="756207234" sldId="279"/>
            <ac:spMk id="4" creationId="{DDCF3356-6968-A10F-E3AD-920337CA69E3}"/>
          </ac:spMkLst>
        </pc:spChg>
        <pc:spChg chg="add mod">
          <ac:chgData name="Francesco Luciano Cambria" userId="6da4c536-595c-4daa-839e-23373e7117c6" providerId="ADAL" clId="{5901AB58-6267-49BA-AE6C-8338B4FEFF8F}" dt="2024-11-11T14:55:19.735" v="1130" actId="14100"/>
          <ac:spMkLst>
            <pc:docMk/>
            <pc:sldMk cId="756207234" sldId="279"/>
            <ac:spMk id="5" creationId="{E8486ACB-01C0-E39C-BD4D-7264CD286560}"/>
          </ac:spMkLst>
        </pc:spChg>
        <pc:spChg chg="add mod">
          <ac:chgData name="Francesco Luciano Cambria" userId="6da4c536-595c-4daa-839e-23373e7117c6" providerId="ADAL" clId="{5901AB58-6267-49BA-AE6C-8338B4FEFF8F}" dt="2024-11-11T14:48:41.619" v="1122" actId="113"/>
          <ac:spMkLst>
            <pc:docMk/>
            <pc:sldMk cId="756207234" sldId="279"/>
            <ac:spMk id="9" creationId="{44FF5118-9FE0-032A-736C-235A15FE84CD}"/>
          </ac:spMkLst>
        </pc:spChg>
        <pc:spChg chg="del">
          <ac:chgData name="Francesco Luciano Cambria" userId="6da4c536-595c-4daa-839e-23373e7117c6" providerId="ADAL" clId="{5901AB58-6267-49BA-AE6C-8338B4FEFF8F}" dt="2024-11-11T14:45:14.376" v="1109" actId="478"/>
          <ac:spMkLst>
            <pc:docMk/>
            <pc:sldMk cId="756207234" sldId="279"/>
            <ac:spMk id="10" creationId="{2D84162A-3494-91D0-C9EF-9CBBE85DBCA1}"/>
          </ac:spMkLst>
        </pc:spChg>
        <pc:spChg chg="add mod">
          <ac:chgData name="Francesco Luciano Cambria" userId="6da4c536-595c-4daa-839e-23373e7117c6" providerId="ADAL" clId="{5901AB58-6267-49BA-AE6C-8338B4FEFF8F}" dt="2024-11-11T14:55:05.747" v="1128" actId="113"/>
          <ac:spMkLst>
            <pc:docMk/>
            <pc:sldMk cId="756207234" sldId="279"/>
            <ac:spMk id="13" creationId="{94D1B110-008A-AF65-25CF-41B189E823E4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17" creationId="{CD7F3112-A82A-2888-C592-E06ED03C6952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18" creationId="{5E7DE319-7A20-E29E-DF91-623A90819E09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19" creationId="{9A7D9F2F-1FF8-E2A0-D37D-48BFD4F8564E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20" creationId="{014087E5-DAE3-8BE6-65A2-E904E9FA06E7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21" creationId="{9F4BC55C-BF90-A14F-42B6-4C94C0870749}"/>
          </ac:spMkLst>
        </pc:spChg>
        <pc:spChg chg="add mod">
          <ac:chgData name="Francesco Luciano Cambria" userId="6da4c536-595c-4daa-839e-23373e7117c6" providerId="ADAL" clId="{5901AB58-6267-49BA-AE6C-8338B4FEFF8F}" dt="2024-11-11T15:00:11.523" v="1182" actId="1076"/>
          <ac:spMkLst>
            <pc:docMk/>
            <pc:sldMk cId="756207234" sldId="279"/>
            <ac:spMk id="25" creationId="{C46286D6-EC9A-264C-E621-EE0939484DE6}"/>
          </ac:spMkLst>
        </pc:spChg>
        <pc:spChg chg="add mod">
          <ac:chgData name="Francesco Luciano Cambria" userId="6da4c536-595c-4daa-839e-23373e7117c6" providerId="ADAL" clId="{5901AB58-6267-49BA-AE6C-8338B4FEFF8F}" dt="2024-11-11T15:00:16.127" v="1183" actId="1076"/>
          <ac:spMkLst>
            <pc:docMk/>
            <pc:sldMk cId="756207234" sldId="279"/>
            <ac:spMk id="28" creationId="{5B014523-FBB5-1568-52CB-23B6D2BB5434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30" creationId="{9B1E8D79-9482-CDC9-5473-AB8E080EEDB2}"/>
          </ac:spMkLst>
        </pc:spChg>
        <pc:grpChg chg="add mod">
          <ac:chgData name="Francesco Luciano Cambria" userId="6da4c536-595c-4daa-839e-23373e7117c6" providerId="ADAL" clId="{5901AB58-6267-49BA-AE6C-8338B4FEFF8F}" dt="2024-11-11T15:00:16.127" v="1183" actId="1076"/>
          <ac:grpSpMkLst>
            <pc:docMk/>
            <pc:sldMk cId="756207234" sldId="279"/>
            <ac:grpSpMk id="22" creationId="{1AF5C141-4D18-06AD-ED77-425F8F8B73A6}"/>
          </ac:grpSpMkLst>
        </pc:grpChg>
        <pc:grpChg chg="add mod">
          <ac:chgData name="Francesco Luciano Cambria" userId="6da4c536-595c-4daa-839e-23373e7117c6" providerId="ADAL" clId="{5901AB58-6267-49BA-AE6C-8338B4FEFF8F}" dt="2024-11-11T15:00:11.523" v="1182" actId="1076"/>
          <ac:grpSpMkLst>
            <pc:docMk/>
            <pc:sldMk cId="756207234" sldId="279"/>
            <ac:grpSpMk id="23" creationId="{AA9A9C12-AAEB-2760-CC1E-DF0B54D135DD}"/>
          </ac:grpSpMkLst>
        </pc:grpChg>
        <pc:picChg chg="del">
          <ac:chgData name="Francesco Luciano Cambria" userId="6da4c536-595c-4daa-839e-23373e7117c6" providerId="ADAL" clId="{5901AB58-6267-49BA-AE6C-8338B4FEFF8F}" dt="2024-11-11T14:45:17.541" v="1110" actId="478"/>
          <ac:picMkLst>
            <pc:docMk/>
            <pc:sldMk cId="756207234" sldId="279"/>
            <ac:picMk id="3" creationId="{70477462-6E8C-BB8B-5940-5C5C68CB9218}"/>
          </ac:picMkLst>
        </pc:picChg>
        <pc:picChg chg="add mod">
          <ac:chgData name="Francesco Luciano Cambria" userId="6da4c536-595c-4daa-839e-23373e7117c6" providerId="ADAL" clId="{5901AB58-6267-49BA-AE6C-8338B4FEFF8F}" dt="2024-11-11T14:57:38.863" v="1136" actId="14100"/>
          <ac:picMkLst>
            <pc:docMk/>
            <pc:sldMk cId="756207234" sldId="279"/>
            <ac:picMk id="6" creationId="{295D1833-00C4-887D-464E-3DD046F30401}"/>
          </ac:picMkLst>
        </pc:picChg>
        <pc:picChg chg="del">
          <ac:chgData name="Francesco Luciano Cambria" userId="6da4c536-595c-4daa-839e-23373e7117c6" providerId="ADAL" clId="{5901AB58-6267-49BA-AE6C-8338B4FEFF8F}" dt="2024-11-11T14:45:17.541" v="1110" actId="478"/>
          <ac:picMkLst>
            <pc:docMk/>
            <pc:sldMk cId="756207234" sldId="279"/>
            <ac:picMk id="8" creationId="{853C0737-5E05-1311-D98E-644583BEF446}"/>
          </ac:picMkLst>
        </pc:picChg>
        <pc:picChg chg="add mod">
          <ac:chgData name="Francesco Luciano Cambria" userId="6da4c536-595c-4daa-839e-23373e7117c6" providerId="ADAL" clId="{5901AB58-6267-49BA-AE6C-8338B4FEFF8F}" dt="2024-11-11T14:58:35.965" v="1137" actId="1076"/>
          <ac:picMkLst>
            <pc:docMk/>
            <pc:sldMk cId="756207234" sldId="279"/>
            <ac:picMk id="11" creationId="{854C9EBA-0D2C-D027-515D-1051D4C210A0}"/>
          </ac:picMkLst>
        </pc:picChg>
        <pc:picChg chg="add mod">
          <ac:chgData name="Francesco Luciano Cambria" userId="6da4c536-595c-4daa-839e-23373e7117c6" providerId="ADAL" clId="{5901AB58-6267-49BA-AE6C-8338B4FEFF8F}" dt="2024-11-11T14:58:37.645" v="1138" actId="1076"/>
          <ac:picMkLst>
            <pc:docMk/>
            <pc:sldMk cId="756207234" sldId="279"/>
            <ac:picMk id="14" creationId="{0618C4C5-10B5-3A32-3748-3E7A69FF3940}"/>
          </ac:picMkLst>
        </pc:picChg>
        <pc:picChg chg="del">
          <ac:chgData name="Francesco Luciano Cambria" userId="6da4c536-595c-4daa-839e-23373e7117c6" providerId="ADAL" clId="{5901AB58-6267-49BA-AE6C-8338B4FEFF8F}" dt="2024-11-11T14:45:17.541" v="1110" actId="478"/>
          <ac:picMkLst>
            <pc:docMk/>
            <pc:sldMk cId="756207234" sldId="279"/>
            <ac:picMk id="15" creationId="{79C0B5F6-8FA8-F61C-E85B-E4E1AF4EF6DC}"/>
          </ac:picMkLst>
        </pc:picChg>
        <pc:picChg chg="del">
          <ac:chgData name="Francesco Luciano Cambria" userId="6da4c536-595c-4daa-839e-23373e7117c6" providerId="ADAL" clId="{5901AB58-6267-49BA-AE6C-8338B4FEFF8F}" dt="2024-11-11T14:45:17.541" v="1110" actId="478"/>
          <ac:picMkLst>
            <pc:docMk/>
            <pc:sldMk cId="756207234" sldId="279"/>
            <ac:picMk id="16" creationId="{F42B7E50-436E-FA7E-5A30-A39003C09557}"/>
          </ac:picMkLst>
        </pc:picChg>
        <pc:picChg chg="add mod">
          <ac:chgData name="Francesco Luciano Cambria" userId="6da4c536-595c-4daa-839e-23373e7117c6" providerId="ADAL" clId="{5901AB58-6267-49BA-AE6C-8338B4FEFF8F}" dt="2024-11-11T15:00:11.523" v="1182" actId="1076"/>
          <ac:picMkLst>
            <pc:docMk/>
            <pc:sldMk cId="756207234" sldId="279"/>
            <ac:picMk id="24" creationId="{5FED25E7-87E7-CD3C-782D-F16F8DBCB34F}"/>
          </ac:picMkLst>
        </pc:picChg>
        <pc:picChg chg="add mod">
          <ac:chgData name="Francesco Luciano Cambria" userId="6da4c536-595c-4daa-839e-23373e7117c6" providerId="ADAL" clId="{5901AB58-6267-49BA-AE6C-8338B4FEFF8F}" dt="2024-11-11T15:00:11.523" v="1182" actId="1076"/>
          <ac:picMkLst>
            <pc:docMk/>
            <pc:sldMk cId="756207234" sldId="279"/>
            <ac:picMk id="26" creationId="{A13BC6E0-3BC2-3323-14BD-E769D2AC934A}"/>
          </ac:picMkLst>
        </pc:picChg>
        <pc:picChg chg="add mod">
          <ac:chgData name="Francesco Luciano Cambria" userId="6da4c536-595c-4daa-839e-23373e7117c6" providerId="ADAL" clId="{5901AB58-6267-49BA-AE6C-8338B4FEFF8F}" dt="2024-11-11T15:00:16.127" v="1183" actId="1076"/>
          <ac:picMkLst>
            <pc:docMk/>
            <pc:sldMk cId="756207234" sldId="279"/>
            <ac:picMk id="27" creationId="{AD951B37-C536-91AD-2FA4-558AD06F1858}"/>
          </ac:picMkLst>
        </pc:picChg>
        <pc:picChg chg="add mod">
          <ac:chgData name="Francesco Luciano Cambria" userId="6da4c536-595c-4daa-839e-23373e7117c6" providerId="ADAL" clId="{5901AB58-6267-49BA-AE6C-8338B4FEFF8F}" dt="2024-11-11T15:00:16.127" v="1183" actId="1076"/>
          <ac:picMkLst>
            <pc:docMk/>
            <pc:sldMk cId="756207234" sldId="279"/>
            <ac:picMk id="29" creationId="{46CE9F65-3C73-898A-D9E9-0A61F76BB2CE}"/>
          </ac:picMkLst>
        </pc:picChg>
      </pc:sldChg>
      <pc:sldChg chg="modSp add mod">
        <pc:chgData name="Francesco Luciano Cambria" userId="6da4c536-595c-4daa-839e-23373e7117c6" providerId="ADAL" clId="{5901AB58-6267-49BA-AE6C-8338B4FEFF8F}" dt="2024-11-11T15:02:05.482" v="1199" actId="14100"/>
        <pc:sldMkLst>
          <pc:docMk/>
          <pc:sldMk cId="1584797175" sldId="280"/>
        </pc:sldMkLst>
        <pc:spChg chg="mod">
          <ac:chgData name="Francesco Luciano Cambria" userId="6da4c536-595c-4daa-839e-23373e7117c6" providerId="ADAL" clId="{5901AB58-6267-49BA-AE6C-8338B4FEFF8F}" dt="2024-11-11T15:01:19.013" v="1190" actId="20577"/>
          <ac:spMkLst>
            <pc:docMk/>
            <pc:sldMk cId="1584797175" sldId="280"/>
            <ac:spMk id="2" creationId="{EBE3F821-0D69-D79F-CC4C-8875A5323EBC}"/>
          </ac:spMkLst>
        </pc:spChg>
        <pc:spChg chg="mod">
          <ac:chgData name="Francesco Luciano Cambria" userId="6da4c536-595c-4daa-839e-23373e7117c6" providerId="ADAL" clId="{5901AB58-6267-49BA-AE6C-8338B4FEFF8F}" dt="2024-11-11T15:02:05.482" v="1199" actId="14100"/>
          <ac:spMkLst>
            <pc:docMk/>
            <pc:sldMk cId="1584797175" sldId="280"/>
            <ac:spMk id="10" creationId="{94BA2B60-BF91-F115-B256-3384EC4EB2DF}"/>
          </ac:spMkLst>
        </pc:spChg>
        <pc:spChg chg="mod">
          <ac:chgData name="Francesco Luciano Cambria" userId="6da4c536-595c-4daa-839e-23373e7117c6" providerId="ADAL" clId="{5901AB58-6267-49BA-AE6C-8338B4FEFF8F}" dt="2024-11-11T15:02:05.482" v="1199" actId="14100"/>
          <ac:spMkLst>
            <pc:docMk/>
            <pc:sldMk cId="1584797175" sldId="280"/>
            <ac:spMk id="11" creationId="{557B2DB3-F24B-2C8C-53B4-FC9117E564A8}"/>
          </ac:spMkLst>
        </pc:spChg>
        <pc:spChg chg="mod">
          <ac:chgData name="Francesco Luciano Cambria" userId="6da4c536-595c-4daa-839e-23373e7117c6" providerId="ADAL" clId="{5901AB58-6267-49BA-AE6C-8338B4FEFF8F}" dt="2024-11-11T15:02:00.481" v="1198" actId="14100"/>
          <ac:spMkLst>
            <pc:docMk/>
            <pc:sldMk cId="1584797175" sldId="280"/>
            <ac:spMk id="13" creationId="{55DE5F08-C2CA-8530-104B-ECD7E34A840A}"/>
          </ac:spMkLst>
        </pc:spChg>
        <pc:grpChg chg="mod">
          <ac:chgData name="Francesco Luciano Cambria" userId="6da4c536-595c-4daa-839e-23373e7117c6" providerId="ADAL" clId="{5901AB58-6267-49BA-AE6C-8338B4FEFF8F}" dt="2024-11-11T15:02:05.482" v="1199" actId="14100"/>
          <ac:grpSpMkLst>
            <pc:docMk/>
            <pc:sldMk cId="1584797175" sldId="280"/>
            <ac:grpSpMk id="8" creationId="{4540B5CC-1236-8AAC-C693-032AED38A715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02:57.167" v="1204" actId="14100"/>
        <pc:sldMkLst>
          <pc:docMk/>
          <pc:sldMk cId="3917738221" sldId="281"/>
        </pc:sldMkLst>
        <pc:spChg chg="mod">
          <ac:chgData name="Francesco Luciano Cambria" userId="6da4c536-595c-4daa-839e-23373e7117c6" providerId="ADAL" clId="{5901AB58-6267-49BA-AE6C-8338B4FEFF8F}" dt="2024-11-11T15:02:12.707" v="1202" actId="20577"/>
          <ac:spMkLst>
            <pc:docMk/>
            <pc:sldMk cId="3917738221" sldId="281"/>
            <ac:spMk id="2" creationId="{23161940-7320-2C8B-1846-FC541BA44BDC}"/>
          </ac:spMkLst>
        </pc:spChg>
        <pc:spChg chg="mod">
          <ac:chgData name="Francesco Luciano Cambria" userId="6da4c536-595c-4daa-839e-23373e7117c6" providerId="ADAL" clId="{5901AB58-6267-49BA-AE6C-8338B4FEFF8F}" dt="2024-11-11T15:02:57.167" v="1204" actId="14100"/>
          <ac:spMkLst>
            <pc:docMk/>
            <pc:sldMk cId="3917738221" sldId="281"/>
            <ac:spMk id="10" creationId="{5B78E7CB-1938-0B4E-6492-34CA3BCCEC07}"/>
          </ac:spMkLst>
        </pc:spChg>
        <pc:spChg chg="mod">
          <ac:chgData name="Francesco Luciano Cambria" userId="6da4c536-595c-4daa-839e-23373e7117c6" providerId="ADAL" clId="{5901AB58-6267-49BA-AE6C-8338B4FEFF8F}" dt="2024-11-11T15:02:57.167" v="1204" actId="14100"/>
          <ac:spMkLst>
            <pc:docMk/>
            <pc:sldMk cId="3917738221" sldId="281"/>
            <ac:spMk id="11" creationId="{1E1F3179-2935-ECC5-8200-A2104FBD8B59}"/>
          </ac:spMkLst>
        </pc:spChg>
        <pc:spChg chg="mod">
          <ac:chgData name="Francesco Luciano Cambria" userId="6da4c536-595c-4daa-839e-23373e7117c6" providerId="ADAL" clId="{5901AB58-6267-49BA-AE6C-8338B4FEFF8F}" dt="2024-11-11T15:02:51.168" v="1203"/>
          <ac:spMkLst>
            <pc:docMk/>
            <pc:sldMk cId="3917738221" sldId="281"/>
            <ac:spMk id="13" creationId="{355DD9C3-8BF1-79DC-6D59-50DC5514446A}"/>
          </ac:spMkLst>
        </pc:spChg>
        <pc:grpChg chg="mod">
          <ac:chgData name="Francesco Luciano Cambria" userId="6da4c536-595c-4daa-839e-23373e7117c6" providerId="ADAL" clId="{5901AB58-6267-49BA-AE6C-8338B4FEFF8F}" dt="2024-11-11T15:02:57.167" v="1204" actId="14100"/>
          <ac:grpSpMkLst>
            <pc:docMk/>
            <pc:sldMk cId="3917738221" sldId="281"/>
            <ac:grpSpMk id="8" creationId="{9F3E291D-DACB-BD00-E837-AF5146451AB0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03:54.153" v="1233" actId="14100"/>
        <pc:sldMkLst>
          <pc:docMk/>
          <pc:sldMk cId="3049041775" sldId="282"/>
        </pc:sldMkLst>
        <pc:spChg chg="mod">
          <ac:chgData name="Francesco Luciano Cambria" userId="6da4c536-595c-4daa-839e-23373e7117c6" providerId="ADAL" clId="{5901AB58-6267-49BA-AE6C-8338B4FEFF8F}" dt="2024-11-11T15:03:09.798" v="1207" actId="20577"/>
          <ac:spMkLst>
            <pc:docMk/>
            <pc:sldMk cId="3049041775" sldId="282"/>
            <ac:spMk id="2" creationId="{4842DDAD-60D0-F325-4B0F-D8E53C840102}"/>
          </ac:spMkLst>
        </pc:spChg>
        <pc:spChg chg="mod">
          <ac:chgData name="Francesco Luciano Cambria" userId="6da4c536-595c-4daa-839e-23373e7117c6" providerId="ADAL" clId="{5901AB58-6267-49BA-AE6C-8338B4FEFF8F}" dt="2024-11-11T15:03:54.153" v="1233" actId="14100"/>
          <ac:spMkLst>
            <pc:docMk/>
            <pc:sldMk cId="3049041775" sldId="282"/>
            <ac:spMk id="10" creationId="{943D65CB-007D-89FA-6CA1-669EE9090587}"/>
          </ac:spMkLst>
        </pc:spChg>
        <pc:spChg chg="mod">
          <ac:chgData name="Francesco Luciano Cambria" userId="6da4c536-595c-4daa-839e-23373e7117c6" providerId="ADAL" clId="{5901AB58-6267-49BA-AE6C-8338B4FEFF8F}" dt="2024-11-11T15:03:54.153" v="1233" actId="14100"/>
          <ac:spMkLst>
            <pc:docMk/>
            <pc:sldMk cId="3049041775" sldId="282"/>
            <ac:spMk id="11" creationId="{76390C73-09D9-2819-7342-F9D410B486AC}"/>
          </ac:spMkLst>
        </pc:spChg>
        <pc:spChg chg="mod">
          <ac:chgData name="Francesco Luciano Cambria" userId="6da4c536-595c-4daa-839e-23373e7117c6" providerId="ADAL" clId="{5901AB58-6267-49BA-AE6C-8338B4FEFF8F}" dt="2024-11-11T15:03:47.081" v="1231" actId="14100"/>
          <ac:spMkLst>
            <pc:docMk/>
            <pc:sldMk cId="3049041775" sldId="282"/>
            <ac:spMk id="13" creationId="{AFDFD75F-4985-6519-DF6F-6CADB589C107}"/>
          </ac:spMkLst>
        </pc:spChg>
        <pc:grpChg chg="mod">
          <ac:chgData name="Francesco Luciano Cambria" userId="6da4c536-595c-4daa-839e-23373e7117c6" providerId="ADAL" clId="{5901AB58-6267-49BA-AE6C-8338B4FEFF8F}" dt="2024-11-11T15:03:54.153" v="1233" actId="14100"/>
          <ac:grpSpMkLst>
            <pc:docMk/>
            <pc:sldMk cId="3049041775" sldId="282"/>
            <ac:grpSpMk id="8" creationId="{B0515C65-F551-1B72-82C9-2289FED69EF9}"/>
          </ac:grpSpMkLst>
        </pc:grpChg>
      </pc:sldChg>
      <pc:sldChg chg="addSp modSp add mod">
        <pc:chgData name="Francesco Luciano Cambria" userId="6da4c536-595c-4daa-839e-23373e7117c6" providerId="ADAL" clId="{5901AB58-6267-49BA-AE6C-8338B4FEFF8F}" dt="2024-11-11T15:07:49.323" v="1251" actId="1076"/>
        <pc:sldMkLst>
          <pc:docMk/>
          <pc:sldMk cId="1005689079" sldId="283"/>
        </pc:sldMkLst>
        <pc:spChg chg="mod">
          <ac:chgData name="Francesco Luciano Cambria" userId="6da4c536-595c-4daa-839e-23373e7117c6" providerId="ADAL" clId="{5901AB58-6267-49BA-AE6C-8338B4FEFF8F}" dt="2024-11-11T15:07:25.167" v="1246" actId="20577"/>
          <ac:spMkLst>
            <pc:docMk/>
            <pc:sldMk cId="1005689079" sldId="283"/>
            <ac:spMk id="2" creationId="{2648D873-A65B-424E-A6B1-1538DEB73652}"/>
          </ac:spMkLst>
        </pc:spChg>
        <pc:spChg chg="mod">
          <ac:chgData name="Francesco Luciano Cambria" userId="6da4c536-595c-4daa-839e-23373e7117c6" providerId="ADAL" clId="{5901AB58-6267-49BA-AE6C-8338B4FEFF8F}" dt="2024-11-11T15:06:33.850" v="1238" actId="14100"/>
          <ac:spMkLst>
            <pc:docMk/>
            <pc:sldMk cId="1005689079" sldId="283"/>
            <ac:spMk id="10" creationId="{774596DD-7537-8A43-398B-B5A34DE13C45}"/>
          </ac:spMkLst>
        </pc:spChg>
        <pc:spChg chg="mod">
          <ac:chgData name="Francesco Luciano Cambria" userId="6da4c536-595c-4daa-839e-23373e7117c6" providerId="ADAL" clId="{5901AB58-6267-49BA-AE6C-8338B4FEFF8F}" dt="2024-11-11T15:06:33.850" v="1238" actId="14100"/>
          <ac:spMkLst>
            <pc:docMk/>
            <pc:sldMk cId="1005689079" sldId="283"/>
            <ac:spMk id="11" creationId="{14E37399-C2D5-A025-B86D-9E23EA995AB9}"/>
          </ac:spMkLst>
        </pc:spChg>
        <pc:spChg chg="mod">
          <ac:chgData name="Francesco Luciano Cambria" userId="6da4c536-595c-4daa-839e-23373e7117c6" providerId="ADAL" clId="{5901AB58-6267-49BA-AE6C-8338B4FEFF8F}" dt="2024-11-11T15:06:23.285" v="1237"/>
          <ac:spMkLst>
            <pc:docMk/>
            <pc:sldMk cId="1005689079" sldId="283"/>
            <ac:spMk id="13" creationId="{4BF97F7D-7288-CEFA-712E-87C0B413D16B}"/>
          </ac:spMkLst>
        </pc:spChg>
        <pc:grpChg chg="mod">
          <ac:chgData name="Francesco Luciano Cambria" userId="6da4c536-595c-4daa-839e-23373e7117c6" providerId="ADAL" clId="{5901AB58-6267-49BA-AE6C-8338B4FEFF8F}" dt="2024-11-11T15:06:33.850" v="1238" actId="14100"/>
          <ac:grpSpMkLst>
            <pc:docMk/>
            <pc:sldMk cId="1005689079" sldId="283"/>
            <ac:grpSpMk id="8" creationId="{5D2AD5D4-DE2F-3A93-3538-AC28DFDE0163}"/>
          </ac:grpSpMkLst>
        </pc:grpChg>
        <pc:picChg chg="add mod">
          <ac:chgData name="Francesco Luciano Cambria" userId="6da4c536-595c-4daa-839e-23373e7117c6" providerId="ADAL" clId="{5901AB58-6267-49BA-AE6C-8338B4FEFF8F}" dt="2024-11-11T15:07:49.323" v="1251" actId="1076"/>
          <ac:picMkLst>
            <pc:docMk/>
            <pc:sldMk cId="1005689079" sldId="283"/>
            <ac:picMk id="3" creationId="{C6FCD23B-35D5-894E-960F-F8FDB12B9331}"/>
          </ac:picMkLst>
        </pc:picChg>
      </pc:sldChg>
      <pc:sldChg chg="modSp add mod">
        <pc:chgData name="Francesco Luciano Cambria" userId="6da4c536-595c-4daa-839e-23373e7117c6" providerId="ADAL" clId="{5901AB58-6267-49BA-AE6C-8338B4FEFF8F}" dt="2024-11-11T15:08:36.158" v="1253" actId="14100"/>
        <pc:sldMkLst>
          <pc:docMk/>
          <pc:sldMk cId="1825763872" sldId="284"/>
        </pc:sldMkLst>
        <pc:spChg chg="mod">
          <ac:chgData name="Francesco Luciano Cambria" userId="6da4c536-595c-4daa-839e-23373e7117c6" providerId="ADAL" clId="{5901AB58-6267-49BA-AE6C-8338B4FEFF8F}" dt="2024-11-11T15:07:29.531" v="1249" actId="20577"/>
          <ac:spMkLst>
            <pc:docMk/>
            <pc:sldMk cId="1825763872" sldId="284"/>
            <ac:spMk id="2" creationId="{01022DDF-A0DD-1ED3-5EA3-AD7879712A41}"/>
          </ac:spMkLst>
        </pc:spChg>
        <pc:spChg chg="mod">
          <ac:chgData name="Francesco Luciano Cambria" userId="6da4c536-595c-4daa-839e-23373e7117c6" providerId="ADAL" clId="{5901AB58-6267-49BA-AE6C-8338B4FEFF8F}" dt="2024-11-11T15:08:36.158" v="1253" actId="14100"/>
          <ac:spMkLst>
            <pc:docMk/>
            <pc:sldMk cId="1825763872" sldId="284"/>
            <ac:spMk id="10" creationId="{294B8B89-D589-17F2-3B1E-A5EDEB7D6407}"/>
          </ac:spMkLst>
        </pc:spChg>
        <pc:spChg chg="mod">
          <ac:chgData name="Francesco Luciano Cambria" userId="6da4c536-595c-4daa-839e-23373e7117c6" providerId="ADAL" clId="{5901AB58-6267-49BA-AE6C-8338B4FEFF8F}" dt="2024-11-11T15:08:36.158" v="1253" actId="14100"/>
          <ac:spMkLst>
            <pc:docMk/>
            <pc:sldMk cId="1825763872" sldId="284"/>
            <ac:spMk id="11" creationId="{84A5B3D7-4B8B-EE51-87D7-DB7DFDD971E1}"/>
          </ac:spMkLst>
        </pc:spChg>
        <pc:spChg chg="mod">
          <ac:chgData name="Francesco Luciano Cambria" userId="6da4c536-595c-4daa-839e-23373e7117c6" providerId="ADAL" clId="{5901AB58-6267-49BA-AE6C-8338B4FEFF8F}" dt="2024-11-11T15:08:31.357" v="1252"/>
          <ac:spMkLst>
            <pc:docMk/>
            <pc:sldMk cId="1825763872" sldId="284"/>
            <ac:spMk id="13" creationId="{94F67956-7EDD-3CF2-B937-95DB571E6F0A}"/>
          </ac:spMkLst>
        </pc:spChg>
        <pc:grpChg chg="mod">
          <ac:chgData name="Francesco Luciano Cambria" userId="6da4c536-595c-4daa-839e-23373e7117c6" providerId="ADAL" clId="{5901AB58-6267-49BA-AE6C-8338B4FEFF8F}" dt="2024-11-11T15:08:36.158" v="1253" actId="14100"/>
          <ac:grpSpMkLst>
            <pc:docMk/>
            <pc:sldMk cId="1825763872" sldId="284"/>
            <ac:grpSpMk id="8" creationId="{79640E3A-DCA3-59E4-0202-AB6A028A483F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55:33.439" v="1651" actId="20577"/>
        <pc:sldMkLst>
          <pc:docMk/>
          <pc:sldMk cId="455065060" sldId="285"/>
        </pc:sldMkLst>
        <pc:spChg chg="mod">
          <ac:chgData name="Francesco Luciano Cambria" userId="6da4c536-595c-4daa-839e-23373e7117c6" providerId="ADAL" clId="{5901AB58-6267-49BA-AE6C-8338B4FEFF8F}" dt="2024-11-11T15:55:33.439" v="1651" actId="20577"/>
          <ac:spMkLst>
            <pc:docMk/>
            <pc:sldMk cId="455065060" sldId="285"/>
            <ac:spMk id="2" creationId="{8B70F756-CDA1-A87D-FFE1-A31A338F39E9}"/>
          </ac:spMkLst>
        </pc:spChg>
      </pc:sldChg>
      <pc:sldChg chg="modSp add mod">
        <pc:chgData name="Francesco Luciano Cambria" userId="6da4c536-595c-4daa-839e-23373e7117c6" providerId="ADAL" clId="{5901AB58-6267-49BA-AE6C-8338B4FEFF8F}" dt="2024-11-11T15:18:51.192" v="1306" actId="20577"/>
        <pc:sldMkLst>
          <pc:docMk/>
          <pc:sldMk cId="1405701426" sldId="286"/>
        </pc:sldMkLst>
        <pc:spChg chg="mod">
          <ac:chgData name="Francesco Luciano Cambria" userId="6da4c536-595c-4daa-839e-23373e7117c6" providerId="ADAL" clId="{5901AB58-6267-49BA-AE6C-8338B4FEFF8F}" dt="2024-11-11T15:18:48.277" v="1304" actId="20577"/>
          <ac:spMkLst>
            <pc:docMk/>
            <pc:sldMk cId="1405701426" sldId="286"/>
            <ac:spMk id="2" creationId="{C0F373A3-2C2E-4921-02AF-0EE6A9C39761}"/>
          </ac:spMkLst>
        </pc:spChg>
        <pc:spChg chg="mod">
          <ac:chgData name="Francesco Luciano Cambria" userId="6da4c536-595c-4daa-839e-23373e7117c6" providerId="ADAL" clId="{5901AB58-6267-49BA-AE6C-8338B4FEFF8F}" dt="2024-11-11T15:11:59.416" v="1269"/>
          <ac:spMkLst>
            <pc:docMk/>
            <pc:sldMk cId="1405701426" sldId="286"/>
            <ac:spMk id="4" creationId="{AEE093A4-DCFF-A2D3-8B30-2861AC187A55}"/>
          </ac:spMkLst>
        </pc:spChg>
        <pc:spChg chg="mod">
          <ac:chgData name="Francesco Luciano Cambria" userId="6da4c536-595c-4daa-839e-23373e7117c6" providerId="ADAL" clId="{5901AB58-6267-49BA-AE6C-8338B4FEFF8F}" dt="2024-11-11T15:18:51.192" v="1306" actId="20577"/>
          <ac:spMkLst>
            <pc:docMk/>
            <pc:sldMk cId="1405701426" sldId="286"/>
            <ac:spMk id="5" creationId="{E85EF51F-1EC9-3B83-BFC1-769E3A6FD074}"/>
          </ac:spMkLst>
        </pc:spChg>
        <pc:spChg chg="mod">
          <ac:chgData name="Francesco Luciano Cambria" userId="6da4c536-595c-4daa-839e-23373e7117c6" providerId="ADAL" clId="{5901AB58-6267-49BA-AE6C-8338B4FEFF8F}" dt="2024-11-11T15:13:46.759" v="1273" actId="14100"/>
          <ac:spMkLst>
            <pc:docMk/>
            <pc:sldMk cId="1405701426" sldId="286"/>
            <ac:spMk id="6" creationId="{27C3528B-C34F-7F9A-C429-094FB14012F3}"/>
          </ac:spMkLst>
        </pc:spChg>
        <pc:spChg chg="mod">
          <ac:chgData name="Francesco Luciano Cambria" userId="6da4c536-595c-4daa-839e-23373e7117c6" providerId="ADAL" clId="{5901AB58-6267-49BA-AE6C-8338B4FEFF8F}" dt="2024-11-11T15:13:52.551" v="1275" actId="14100"/>
          <ac:spMkLst>
            <pc:docMk/>
            <pc:sldMk cId="1405701426" sldId="286"/>
            <ac:spMk id="9" creationId="{E6F3D708-9F03-3331-2CA2-00B7DBE3B2AA}"/>
          </ac:spMkLst>
        </pc:spChg>
        <pc:spChg chg="mod">
          <ac:chgData name="Francesco Luciano Cambria" userId="6da4c536-595c-4daa-839e-23373e7117c6" providerId="ADAL" clId="{5901AB58-6267-49BA-AE6C-8338B4FEFF8F}" dt="2024-11-11T15:13:24.960" v="1271" actId="14100"/>
          <ac:spMkLst>
            <pc:docMk/>
            <pc:sldMk cId="1405701426" sldId="286"/>
            <ac:spMk id="10" creationId="{2ADE9D72-62B4-A5E0-3072-A915E42BB6F5}"/>
          </ac:spMkLst>
        </pc:spChg>
        <pc:spChg chg="mod">
          <ac:chgData name="Francesco Luciano Cambria" userId="6da4c536-595c-4daa-839e-23373e7117c6" providerId="ADAL" clId="{5901AB58-6267-49BA-AE6C-8338B4FEFF8F}" dt="2024-11-11T15:13:24.960" v="1271" actId="14100"/>
          <ac:spMkLst>
            <pc:docMk/>
            <pc:sldMk cId="1405701426" sldId="286"/>
            <ac:spMk id="11" creationId="{9941B58E-77C0-E901-A10B-C15CDC21E509}"/>
          </ac:spMkLst>
        </pc:spChg>
        <pc:spChg chg="mod">
          <ac:chgData name="Francesco Luciano Cambria" userId="6da4c536-595c-4daa-839e-23373e7117c6" providerId="ADAL" clId="{5901AB58-6267-49BA-AE6C-8338B4FEFF8F}" dt="2024-11-11T15:13:52.551" v="1275" actId="14100"/>
          <ac:spMkLst>
            <pc:docMk/>
            <pc:sldMk cId="1405701426" sldId="286"/>
            <ac:spMk id="12" creationId="{2DF381F7-3C93-9395-C7DD-56B585B732A1}"/>
          </ac:spMkLst>
        </pc:spChg>
        <pc:grpChg chg="mod">
          <ac:chgData name="Francesco Luciano Cambria" userId="6da4c536-595c-4daa-839e-23373e7117c6" providerId="ADAL" clId="{5901AB58-6267-49BA-AE6C-8338B4FEFF8F}" dt="2024-11-11T15:13:52.551" v="1275" actId="14100"/>
          <ac:grpSpMkLst>
            <pc:docMk/>
            <pc:sldMk cId="1405701426" sldId="286"/>
            <ac:grpSpMk id="7" creationId="{0572B46C-8ED8-3226-1D9E-4ACA4586E74A}"/>
          </ac:grpSpMkLst>
        </pc:grpChg>
        <pc:grpChg chg="mod">
          <ac:chgData name="Francesco Luciano Cambria" userId="6da4c536-595c-4daa-839e-23373e7117c6" providerId="ADAL" clId="{5901AB58-6267-49BA-AE6C-8338B4FEFF8F}" dt="2024-11-11T15:13:24.960" v="1271" actId="14100"/>
          <ac:grpSpMkLst>
            <pc:docMk/>
            <pc:sldMk cId="1405701426" sldId="286"/>
            <ac:grpSpMk id="8" creationId="{DABF3A89-263C-EC85-0E66-F4112310D47D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14:42.172" v="1287" actId="403"/>
        <pc:sldMkLst>
          <pc:docMk/>
          <pc:sldMk cId="1530833963" sldId="287"/>
        </pc:sldMkLst>
        <pc:spChg chg="mod">
          <ac:chgData name="Francesco Luciano Cambria" userId="6da4c536-595c-4daa-839e-23373e7117c6" providerId="ADAL" clId="{5901AB58-6267-49BA-AE6C-8338B4FEFF8F}" dt="2024-11-11T15:14:42.172" v="1287" actId="403"/>
          <ac:spMkLst>
            <pc:docMk/>
            <pc:sldMk cId="1530833963" sldId="287"/>
            <ac:spMk id="2" creationId="{00C8C304-1DDC-CBB9-F280-52D3F7B69247}"/>
          </ac:spMkLst>
        </pc:spChg>
      </pc:sldChg>
      <pc:sldChg chg="addSp modSp add">
        <pc:chgData name="Francesco Luciano Cambria" userId="6da4c536-595c-4daa-839e-23373e7117c6" providerId="ADAL" clId="{5901AB58-6267-49BA-AE6C-8338B4FEFF8F}" dt="2024-11-11T15:15:20.473" v="1290" actId="1076"/>
        <pc:sldMkLst>
          <pc:docMk/>
          <pc:sldMk cId="739394795" sldId="288"/>
        </pc:sldMkLst>
        <pc:picChg chg="add mod">
          <ac:chgData name="Francesco Luciano Cambria" userId="6da4c536-595c-4daa-839e-23373e7117c6" providerId="ADAL" clId="{5901AB58-6267-49BA-AE6C-8338B4FEFF8F}" dt="2024-11-11T15:15:20.473" v="1290" actId="1076"/>
          <ac:picMkLst>
            <pc:docMk/>
            <pc:sldMk cId="739394795" sldId="288"/>
            <ac:picMk id="3" creationId="{810AF29B-3DDD-E2AA-F95C-9D50A657BBAC}"/>
          </ac:picMkLst>
        </pc:picChg>
      </pc:sldChg>
      <pc:sldChg chg="addSp modSp add">
        <pc:chgData name="Francesco Luciano Cambria" userId="6da4c536-595c-4daa-839e-23373e7117c6" providerId="ADAL" clId="{5901AB58-6267-49BA-AE6C-8338B4FEFF8F}" dt="2024-11-11T15:15:45.583" v="1292" actId="1076"/>
        <pc:sldMkLst>
          <pc:docMk/>
          <pc:sldMk cId="1618041602" sldId="289"/>
        </pc:sldMkLst>
        <pc:picChg chg="add mod">
          <ac:chgData name="Francesco Luciano Cambria" userId="6da4c536-595c-4daa-839e-23373e7117c6" providerId="ADAL" clId="{5901AB58-6267-49BA-AE6C-8338B4FEFF8F}" dt="2024-11-11T15:15:45.583" v="1292" actId="1076"/>
          <ac:picMkLst>
            <pc:docMk/>
            <pc:sldMk cId="1618041602" sldId="289"/>
            <ac:picMk id="3" creationId="{5815905E-D901-7B62-DD44-1AEC8252FC3A}"/>
          </ac:picMkLst>
        </pc:picChg>
      </pc:sldChg>
      <pc:sldChg chg="addSp modSp add">
        <pc:chgData name="Francesco Luciano Cambria" userId="6da4c536-595c-4daa-839e-23373e7117c6" providerId="ADAL" clId="{5901AB58-6267-49BA-AE6C-8338B4FEFF8F}" dt="2024-11-11T15:16:35.622" v="1296" actId="1076"/>
        <pc:sldMkLst>
          <pc:docMk/>
          <pc:sldMk cId="2584569691" sldId="290"/>
        </pc:sldMkLst>
        <pc:picChg chg="add mod">
          <ac:chgData name="Francesco Luciano Cambria" userId="6da4c536-595c-4daa-839e-23373e7117c6" providerId="ADAL" clId="{5901AB58-6267-49BA-AE6C-8338B4FEFF8F}" dt="2024-11-11T15:16:35.622" v="1296" actId="1076"/>
          <ac:picMkLst>
            <pc:docMk/>
            <pc:sldMk cId="2584569691" sldId="290"/>
            <ac:picMk id="3" creationId="{9EC253D5-0E87-E560-F58F-C2CEDC3A5BC0}"/>
          </ac:picMkLst>
        </pc:picChg>
      </pc:sldChg>
      <pc:sldChg chg="add del">
        <pc:chgData name="Francesco Luciano Cambria" userId="6da4c536-595c-4daa-839e-23373e7117c6" providerId="ADAL" clId="{5901AB58-6267-49BA-AE6C-8338B4FEFF8F}" dt="2024-11-11T15:16:39.589" v="1297" actId="47"/>
        <pc:sldMkLst>
          <pc:docMk/>
          <pc:sldMk cId="110981016" sldId="291"/>
        </pc:sldMkLst>
      </pc:sldChg>
      <pc:sldChg chg="addSp modSp add mod">
        <pc:chgData name="Francesco Luciano Cambria" userId="6da4c536-595c-4daa-839e-23373e7117c6" providerId="ADAL" clId="{5901AB58-6267-49BA-AE6C-8338B4FEFF8F}" dt="2024-11-11T15:17:39.511" v="1302" actId="1076"/>
        <pc:sldMkLst>
          <pc:docMk/>
          <pc:sldMk cId="2409582932" sldId="292"/>
        </pc:sldMkLst>
        <pc:spChg chg="add mod">
          <ac:chgData name="Francesco Luciano Cambria" userId="6da4c536-595c-4daa-839e-23373e7117c6" providerId="ADAL" clId="{5901AB58-6267-49BA-AE6C-8338B4FEFF8F}" dt="2024-11-11T15:17:39.511" v="1302" actId="1076"/>
          <ac:spMkLst>
            <pc:docMk/>
            <pc:sldMk cId="2409582932" sldId="292"/>
            <ac:spMk id="7" creationId="{AB121B13-45F7-9FBA-86F0-3EAB3CEF523F}"/>
          </ac:spMkLst>
        </pc:spChg>
        <pc:spChg chg="add mod">
          <ac:chgData name="Francesco Luciano Cambria" userId="6da4c536-595c-4daa-839e-23373e7117c6" providerId="ADAL" clId="{5901AB58-6267-49BA-AE6C-8338B4FEFF8F}" dt="2024-11-11T15:17:39.511" v="1302" actId="1076"/>
          <ac:spMkLst>
            <pc:docMk/>
            <pc:sldMk cId="2409582932" sldId="292"/>
            <ac:spMk id="9" creationId="{91262416-6C37-B4D4-D072-2342BED285D4}"/>
          </ac:spMkLst>
        </pc:spChg>
        <pc:spChg chg="mod">
          <ac:chgData name="Francesco Luciano Cambria" userId="6da4c536-595c-4daa-839e-23373e7117c6" providerId="ADAL" clId="{5901AB58-6267-49BA-AE6C-8338B4FEFF8F}" dt="2024-11-11T15:16:56.841" v="1300" actId="6549"/>
          <ac:spMkLst>
            <pc:docMk/>
            <pc:sldMk cId="2409582932" sldId="292"/>
            <ac:spMk id="13" creationId="{AE24AA4D-F7DF-AADC-987C-EF575805EB04}"/>
          </ac:spMkLst>
        </pc:spChg>
        <pc:grpChg chg="add mod">
          <ac:chgData name="Francesco Luciano Cambria" userId="6da4c536-595c-4daa-839e-23373e7117c6" providerId="ADAL" clId="{5901AB58-6267-49BA-AE6C-8338B4FEFF8F}" dt="2024-11-11T15:17:39.511" v="1302" actId="1076"/>
          <ac:grpSpMkLst>
            <pc:docMk/>
            <pc:sldMk cId="2409582932" sldId="292"/>
            <ac:grpSpMk id="4" creationId="{58B9FCE5-B811-0B42-42F9-171CACB58649}"/>
          </ac:grpSpMkLst>
        </pc:grpChg>
        <pc:grpChg chg="add mod">
          <ac:chgData name="Francesco Luciano Cambria" userId="6da4c536-595c-4daa-839e-23373e7117c6" providerId="ADAL" clId="{5901AB58-6267-49BA-AE6C-8338B4FEFF8F}" dt="2024-11-11T15:17:39.511" v="1302" actId="1076"/>
          <ac:grpSpMkLst>
            <pc:docMk/>
            <pc:sldMk cId="2409582932" sldId="292"/>
            <ac:grpSpMk id="6" creationId="{CCB6569E-81BD-62CD-CFA0-F46112CABB69}"/>
          </ac:grpSpMkLst>
        </pc:grpChg>
        <pc:picChg chg="add mod">
          <ac:chgData name="Francesco Luciano Cambria" userId="6da4c536-595c-4daa-839e-23373e7117c6" providerId="ADAL" clId="{5901AB58-6267-49BA-AE6C-8338B4FEFF8F}" dt="2024-11-11T15:16:54.992" v="1299" actId="1076"/>
          <ac:picMkLst>
            <pc:docMk/>
            <pc:sldMk cId="2409582932" sldId="292"/>
            <ac:picMk id="3" creationId="{0C49553D-0579-B027-3627-94D1B82FF449}"/>
          </ac:picMkLst>
        </pc:picChg>
        <pc:picChg chg="add mod">
          <ac:chgData name="Francesco Luciano Cambria" userId="6da4c536-595c-4daa-839e-23373e7117c6" providerId="ADAL" clId="{5901AB58-6267-49BA-AE6C-8338B4FEFF8F}" dt="2024-11-11T15:17:39.511" v="1302" actId="1076"/>
          <ac:picMkLst>
            <pc:docMk/>
            <pc:sldMk cId="2409582932" sldId="292"/>
            <ac:picMk id="5" creationId="{1C0C1EDD-FDDB-AB52-A171-F3B7594C99A1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5:20:16.642" v="1317" actId="478"/>
        <pc:sldMkLst>
          <pc:docMk/>
          <pc:sldMk cId="2587540853" sldId="293"/>
        </pc:sldMkLst>
        <pc:spChg chg="mod">
          <ac:chgData name="Francesco Luciano Cambria" userId="6da4c536-595c-4daa-839e-23373e7117c6" providerId="ADAL" clId="{5901AB58-6267-49BA-AE6C-8338B4FEFF8F}" dt="2024-11-11T15:18:56.578" v="1309" actId="20577"/>
          <ac:spMkLst>
            <pc:docMk/>
            <pc:sldMk cId="2587540853" sldId="293"/>
            <ac:spMk id="2" creationId="{85CABC0F-C6D9-E6FB-BDD8-CD1581054CC8}"/>
          </ac:spMkLst>
        </pc:spChg>
        <pc:spChg chg="mod">
          <ac:chgData name="Francesco Luciano Cambria" userId="6da4c536-595c-4daa-839e-23373e7117c6" providerId="ADAL" clId="{5901AB58-6267-49BA-AE6C-8338B4FEFF8F}" dt="2024-11-11T15:19:28.623" v="1313" actId="14100"/>
          <ac:spMkLst>
            <pc:docMk/>
            <pc:sldMk cId="2587540853" sldId="293"/>
            <ac:spMk id="10" creationId="{4A1AE943-9A08-5B64-58B5-2FEFF0800937}"/>
          </ac:spMkLst>
        </pc:spChg>
        <pc:spChg chg="mod">
          <ac:chgData name="Francesco Luciano Cambria" userId="6da4c536-595c-4daa-839e-23373e7117c6" providerId="ADAL" clId="{5901AB58-6267-49BA-AE6C-8338B4FEFF8F}" dt="2024-11-11T15:19:28.623" v="1313" actId="14100"/>
          <ac:spMkLst>
            <pc:docMk/>
            <pc:sldMk cId="2587540853" sldId="293"/>
            <ac:spMk id="11" creationId="{E38A3135-FA30-5A31-C6FB-F4102E9B9B42}"/>
          </ac:spMkLst>
        </pc:spChg>
        <pc:spChg chg="mod">
          <ac:chgData name="Francesco Luciano Cambria" userId="6da4c536-595c-4daa-839e-23373e7117c6" providerId="ADAL" clId="{5901AB58-6267-49BA-AE6C-8338B4FEFF8F}" dt="2024-11-11T15:19:25.794" v="1312" actId="14100"/>
          <ac:spMkLst>
            <pc:docMk/>
            <pc:sldMk cId="2587540853" sldId="293"/>
            <ac:spMk id="13" creationId="{5A8F5F35-A44D-AC8D-BCF5-6413EDE28240}"/>
          </ac:spMkLst>
        </pc:spChg>
        <pc:grpChg chg="mod">
          <ac:chgData name="Francesco Luciano Cambria" userId="6da4c536-595c-4daa-839e-23373e7117c6" providerId="ADAL" clId="{5901AB58-6267-49BA-AE6C-8338B4FEFF8F}" dt="2024-11-11T15:19:28.623" v="1313" actId="14100"/>
          <ac:grpSpMkLst>
            <pc:docMk/>
            <pc:sldMk cId="2587540853" sldId="293"/>
            <ac:grpSpMk id="8" creationId="{842C621C-4B2C-C2B3-8E43-8D842FD65C3C}"/>
          </ac:grpSpMkLst>
        </pc:grpChg>
        <pc:picChg chg="add del mod">
          <ac:chgData name="Francesco Luciano Cambria" userId="6da4c536-595c-4daa-839e-23373e7117c6" providerId="ADAL" clId="{5901AB58-6267-49BA-AE6C-8338B4FEFF8F}" dt="2024-11-11T15:20:16.642" v="1317" actId="478"/>
          <ac:picMkLst>
            <pc:docMk/>
            <pc:sldMk cId="2587540853" sldId="293"/>
            <ac:picMk id="3" creationId="{98127E27-4B57-575D-AA02-CD85021F4E3D}"/>
          </ac:picMkLst>
        </pc:picChg>
      </pc:sldChg>
      <pc:sldChg chg="add">
        <pc:chgData name="Francesco Luciano Cambria" userId="6da4c536-595c-4daa-839e-23373e7117c6" providerId="ADAL" clId="{5901AB58-6267-49BA-AE6C-8338B4FEFF8F}" dt="2024-11-11T15:20:11.022" v="1316"/>
        <pc:sldMkLst>
          <pc:docMk/>
          <pc:sldMk cId="433477517" sldId="294"/>
        </pc:sldMkLst>
      </pc:sldChg>
      <pc:sldChg chg="modSp add mod">
        <pc:chgData name="Francesco Luciano Cambria" userId="6da4c536-595c-4daa-839e-23373e7117c6" providerId="ADAL" clId="{5901AB58-6267-49BA-AE6C-8338B4FEFF8F}" dt="2024-11-11T15:24:04.979" v="1354" actId="404"/>
        <pc:sldMkLst>
          <pc:docMk/>
          <pc:sldMk cId="290085764" sldId="295"/>
        </pc:sldMkLst>
        <pc:spChg chg="mod">
          <ac:chgData name="Francesco Luciano Cambria" userId="6da4c536-595c-4daa-839e-23373e7117c6" providerId="ADAL" clId="{5901AB58-6267-49BA-AE6C-8338B4FEFF8F}" dt="2024-11-11T15:24:04.979" v="1354" actId="404"/>
          <ac:spMkLst>
            <pc:docMk/>
            <pc:sldMk cId="290085764" sldId="295"/>
            <ac:spMk id="2" creationId="{669E960A-8A52-D8D8-047B-5D231FCADF48}"/>
          </ac:spMkLst>
        </pc:spChg>
      </pc:sldChg>
      <pc:sldChg chg="addSp delSp modSp add mod">
        <pc:chgData name="Francesco Luciano Cambria" userId="6da4c536-595c-4daa-839e-23373e7117c6" providerId="ADAL" clId="{5901AB58-6267-49BA-AE6C-8338B4FEFF8F}" dt="2024-11-11T15:34:14.176" v="1380" actId="1076"/>
        <pc:sldMkLst>
          <pc:docMk/>
          <pc:sldMk cId="1635492085" sldId="296"/>
        </pc:sldMkLst>
        <pc:spChg chg="add mod">
          <ac:chgData name="Francesco Luciano Cambria" userId="6da4c536-595c-4daa-839e-23373e7117c6" providerId="ADAL" clId="{5901AB58-6267-49BA-AE6C-8338B4FEFF8F}" dt="2024-11-11T15:33:59.579" v="1377" actId="1076"/>
          <ac:spMkLst>
            <pc:docMk/>
            <pc:sldMk cId="1635492085" sldId="296"/>
            <ac:spMk id="3" creationId="{21F0F01B-261C-D4B4-DEAC-120EDCB65ECE}"/>
          </ac:spMkLst>
        </pc:spChg>
        <pc:spChg chg="add mod">
          <ac:chgData name="Francesco Luciano Cambria" userId="6da4c536-595c-4daa-839e-23373e7117c6" providerId="ADAL" clId="{5901AB58-6267-49BA-AE6C-8338B4FEFF8F}" dt="2024-11-11T15:34:14.176" v="1380" actId="1076"/>
          <ac:spMkLst>
            <pc:docMk/>
            <pc:sldMk cId="1635492085" sldId="296"/>
            <ac:spMk id="4" creationId="{4A9AE52F-1829-FE40-6B27-7B6F0BFB1BEA}"/>
          </ac:spMkLst>
        </pc:spChg>
        <pc:spChg chg="add mod">
          <ac:chgData name="Francesco Luciano Cambria" userId="6da4c536-595c-4daa-839e-23373e7117c6" providerId="ADAL" clId="{5901AB58-6267-49BA-AE6C-8338B4FEFF8F}" dt="2024-11-11T15:34:08.063" v="1378" actId="1076"/>
          <ac:spMkLst>
            <pc:docMk/>
            <pc:sldMk cId="1635492085" sldId="296"/>
            <ac:spMk id="5" creationId="{615FB79E-2F63-D9A8-6016-3707F30305E3}"/>
          </ac:spMkLst>
        </pc:spChg>
        <pc:spChg chg="add mod">
          <ac:chgData name="Francesco Luciano Cambria" userId="6da4c536-595c-4daa-839e-23373e7117c6" providerId="ADAL" clId="{5901AB58-6267-49BA-AE6C-8338B4FEFF8F}" dt="2024-11-11T15:33:59.579" v="1377" actId="1076"/>
          <ac:spMkLst>
            <pc:docMk/>
            <pc:sldMk cId="1635492085" sldId="296"/>
            <ac:spMk id="6" creationId="{0C727BEE-5FB9-A0E6-0138-51877BDF7760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8" creationId="{E45AEEAA-2D1B-FAFC-3323-06E22DCC85CA}"/>
          </ac:spMkLst>
        </pc:spChg>
        <pc:spChg chg="add mod">
          <ac:chgData name="Francesco Luciano Cambria" userId="6da4c536-595c-4daa-839e-23373e7117c6" providerId="ADAL" clId="{5901AB58-6267-49BA-AE6C-8338B4FEFF8F}" dt="2024-11-11T15:33:59.579" v="1377" actId="1076"/>
          <ac:spMkLst>
            <pc:docMk/>
            <pc:sldMk cId="1635492085" sldId="296"/>
            <ac:spMk id="9" creationId="{D935C405-C803-F3ED-07A0-9236227CD237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11" creationId="{C1802231-7539-DF93-3977-E020F27A2BC3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13" creationId="{EC4FFC7D-E9DE-2D93-AC01-B0043254AAC9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14" creationId="{3671A1F7-706F-70BE-F766-ADEDD3844B2C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15" creationId="{FC1EEBE4-9457-A87A-E00A-DC6C3D39B7D4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16" creationId="{D232B915-E527-375E-D373-7EF7D4C71E9B}"/>
          </ac:spMkLst>
        </pc:spChg>
        <pc:spChg chg="add mod">
          <ac:chgData name="Francesco Luciano Cambria" userId="6da4c536-595c-4daa-839e-23373e7117c6" providerId="ADAL" clId="{5901AB58-6267-49BA-AE6C-8338B4FEFF8F}" dt="2024-11-11T15:33:59.579" v="1377" actId="1076"/>
          <ac:spMkLst>
            <pc:docMk/>
            <pc:sldMk cId="1635492085" sldId="296"/>
            <ac:spMk id="17" creationId="{F238B86E-1D44-8E27-28E2-AEE45A99781B}"/>
          </ac:spMkLst>
        </pc:spChg>
        <pc:spChg chg="add mod">
          <ac:chgData name="Francesco Luciano Cambria" userId="6da4c536-595c-4daa-839e-23373e7117c6" providerId="ADAL" clId="{5901AB58-6267-49BA-AE6C-8338B4FEFF8F}" dt="2024-11-11T15:34:11.058" v="1379" actId="1076"/>
          <ac:spMkLst>
            <pc:docMk/>
            <pc:sldMk cId="1635492085" sldId="296"/>
            <ac:spMk id="19" creationId="{128D7CEE-5AA2-B0C7-158D-D93AE4B5FD23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27" creationId="{0CB27A12-2102-3BE6-BE31-E9B468D4326D}"/>
          </ac:spMkLst>
        </pc:spChg>
        <pc:grpChg chg="add mod">
          <ac:chgData name="Francesco Luciano Cambria" userId="6da4c536-595c-4daa-839e-23373e7117c6" providerId="ADAL" clId="{5901AB58-6267-49BA-AE6C-8338B4FEFF8F}" dt="2024-11-11T15:34:11.058" v="1379" actId="1076"/>
          <ac:grpSpMkLst>
            <pc:docMk/>
            <pc:sldMk cId="1635492085" sldId="296"/>
            <ac:grpSpMk id="7" creationId="{3C182FA0-74A5-213B-A500-EFAB4247D950}"/>
          </ac:grpSpMkLst>
        </pc:grpChg>
        <pc:grpChg chg="del">
          <ac:chgData name="Francesco Luciano Cambria" userId="6da4c536-595c-4daa-839e-23373e7117c6" providerId="ADAL" clId="{5901AB58-6267-49BA-AE6C-8338B4FEFF8F}" dt="2024-11-11T15:27:58.318" v="1359" actId="478"/>
          <ac:grpSpMkLst>
            <pc:docMk/>
            <pc:sldMk cId="1635492085" sldId="296"/>
            <ac:grpSpMk id="10" creationId="{504D2318-C1FE-59B7-33CC-D165E4684C93}"/>
          </ac:grpSpMkLst>
        </pc:grpChg>
        <pc:grpChg chg="del">
          <ac:chgData name="Francesco Luciano Cambria" userId="6da4c536-595c-4daa-839e-23373e7117c6" providerId="ADAL" clId="{5901AB58-6267-49BA-AE6C-8338B4FEFF8F}" dt="2024-11-11T15:27:58.318" v="1359" actId="478"/>
          <ac:grpSpMkLst>
            <pc:docMk/>
            <pc:sldMk cId="1635492085" sldId="296"/>
            <ac:grpSpMk id="26" creationId="{956B444C-17ED-F45D-B25B-C473CE39671F}"/>
          </ac:grpSpMkLst>
        </pc:grpChg>
        <pc:grpChg chg="del">
          <ac:chgData name="Francesco Luciano Cambria" userId="6da4c536-595c-4daa-839e-23373e7117c6" providerId="ADAL" clId="{5901AB58-6267-49BA-AE6C-8338B4FEFF8F}" dt="2024-11-11T15:27:58.318" v="1359" actId="478"/>
          <ac:grpSpMkLst>
            <pc:docMk/>
            <pc:sldMk cId="1635492085" sldId="296"/>
            <ac:grpSpMk id="28" creationId="{E8E43FF8-EF08-6C54-47B7-256B6DC33BB3}"/>
          </ac:grpSpMkLst>
        </pc:grpChg>
        <pc:picChg chg="del">
          <ac:chgData name="Francesco Luciano Cambria" userId="6da4c536-595c-4daa-839e-23373e7117c6" providerId="ADAL" clId="{5901AB58-6267-49BA-AE6C-8338B4FEFF8F}" dt="2024-11-11T15:27:58.318" v="1359" actId="478"/>
          <ac:picMkLst>
            <pc:docMk/>
            <pc:sldMk cId="1635492085" sldId="296"/>
            <ac:picMk id="12" creationId="{AD4B567A-7DAA-759E-9FA7-0B514C12695D}"/>
          </ac:picMkLst>
        </pc:picChg>
        <pc:picChg chg="add mod">
          <ac:chgData name="Francesco Luciano Cambria" userId="6da4c536-595c-4daa-839e-23373e7117c6" providerId="ADAL" clId="{5901AB58-6267-49BA-AE6C-8338B4FEFF8F}" dt="2024-11-11T15:34:11.058" v="1379" actId="1076"/>
          <ac:picMkLst>
            <pc:docMk/>
            <pc:sldMk cId="1635492085" sldId="296"/>
            <ac:picMk id="18" creationId="{63A84E22-EDC7-FB11-2B7B-F2807F257F32}"/>
          </ac:picMkLst>
        </pc:picChg>
      </pc:sldChg>
      <pc:sldChg chg="add del">
        <pc:chgData name="Francesco Luciano Cambria" userId="6da4c536-595c-4daa-839e-23373e7117c6" providerId="ADAL" clId="{5901AB58-6267-49BA-AE6C-8338B4FEFF8F}" dt="2024-11-11T15:26:30.298" v="1356"/>
        <pc:sldMkLst>
          <pc:docMk/>
          <pc:sldMk cId="4273461788" sldId="296"/>
        </pc:sldMkLst>
      </pc:sldChg>
      <pc:sldChg chg="addSp delSp modSp add mod">
        <pc:chgData name="Francesco Luciano Cambria" userId="6da4c536-595c-4daa-839e-23373e7117c6" providerId="ADAL" clId="{5901AB58-6267-49BA-AE6C-8338B4FEFF8F}" dt="2024-11-11T15:41:19.881" v="1432"/>
        <pc:sldMkLst>
          <pc:docMk/>
          <pc:sldMk cId="2339429440" sldId="297"/>
        </pc:sldMkLst>
        <pc:spChg chg="mod">
          <ac:chgData name="Francesco Luciano Cambria" userId="6da4c536-595c-4daa-839e-23373e7117c6" providerId="ADAL" clId="{5901AB58-6267-49BA-AE6C-8338B4FEFF8F}" dt="2024-11-11T15:34:26.304" v="1383" actId="1076"/>
          <ac:spMkLst>
            <pc:docMk/>
            <pc:sldMk cId="2339429440" sldId="297"/>
            <ac:spMk id="2" creationId="{D0D8D620-054B-0C46-E7F2-559D13F223EF}"/>
          </ac:spMkLst>
        </pc:spChg>
        <pc:spChg chg="add mod">
          <ac:chgData name="Francesco Luciano Cambria" userId="6da4c536-595c-4daa-839e-23373e7117c6" providerId="ADAL" clId="{5901AB58-6267-49BA-AE6C-8338B4FEFF8F}" dt="2024-11-11T15:37:01.839" v="1387" actId="113"/>
          <ac:spMkLst>
            <pc:docMk/>
            <pc:sldMk cId="2339429440" sldId="297"/>
            <ac:spMk id="3" creationId="{9B071086-6190-0563-B0C7-BD1875CE2169}"/>
          </ac:spMkLst>
        </pc:spChg>
        <pc:spChg chg="del">
          <ac:chgData name="Francesco Luciano Cambria" userId="6da4c536-595c-4daa-839e-23373e7117c6" providerId="ADAL" clId="{5901AB58-6267-49BA-AE6C-8338B4FEFF8F}" dt="2024-11-11T15:34:23.235" v="1381" actId="478"/>
          <ac:spMkLst>
            <pc:docMk/>
            <pc:sldMk cId="2339429440" sldId="297"/>
            <ac:spMk id="5" creationId="{2AA8DDBE-59AB-B023-A067-29DD19A06ABD}"/>
          </ac:spMkLst>
        </pc:spChg>
        <pc:spChg chg="del">
          <ac:chgData name="Francesco Luciano Cambria" userId="6da4c536-595c-4daa-839e-23373e7117c6" providerId="ADAL" clId="{5901AB58-6267-49BA-AE6C-8338B4FEFF8F}" dt="2024-11-11T15:34:23.235" v="1381" actId="478"/>
          <ac:spMkLst>
            <pc:docMk/>
            <pc:sldMk cId="2339429440" sldId="297"/>
            <ac:spMk id="9" creationId="{51C834FF-C165-21E7-ECA3-775529C059AB}"/>
          </ac:spMkLst>
        </pc:spChg>
        <pc:spChg chg="add mod">
          <ac:chgData name="Francesco Luciano Cambria" userId="6da4c536-595c-4daa-839e-23373e7117c6" providerId="ADAL" clId="{5901AB58-6267-49BA-AE6C-8338B4FEFF8F}" dt="2024-11-11T15:40:21.085" v="1427"/>
          <ac:spMkLst>
            <pc:docMk/>
            <pc:sldMk cId="2339429440" sldId="297"/>
            <ac:spMk id="10" creationId="{5DE6FC48-C2EC-8506-86C7-00685FE33692}"/>
          </ac:spMkLst>
        </pc:spChg>
        <pc:spChg chg="del">
          <ac:chgData name="Francesco Luciano Cambria" userId="6da4c536-595c-4daa-839e-23373e7117c6" providerId="ADAL" clId="{5901AB58-6267-49BA-AE6C-8338B4FEFF8F}" dt="2024-11-11T15:34:23.235" v="1381" actId="478"/>
          <ac:spMkLst>
            <pc:docMk/>
            <pc:sldMk cId="2339429440" sldId="297"/>
            <ac:spMk id="13" creationId="{1A09EC1C-F04F-CD11-9D5B-F8EC0DD4884D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17" creationId="{1E190768-22A6-657E-663F-CBA518D72B4D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18" creationId="{2F6EFC79-1D7D-587B-97CA-164DF9B34FE0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19" creationId="{B1389350-6762-1229-EC83-7195A9C3C785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20" creationId="{F445BD91-4472-5DE6-64D9-7525CB6678A1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21" creationId="{EF9F34DE-7A6E-0ABC-D5F8-8147A2BDEEF9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30" creationId="{D18271EA-0F4C-E6B8-4438-14E35B07CB6D}"/>
          </ac:spMkLst>
        </pc:spChg>
        <pc:spChg chg="add mod">
          <ac:chgData name="Francesco Luciano Cambria" userId="6da4c536-595c-4daa-839e-23373e7117c6" providerId="ADAL" clId="{5901AB58-6267-49BA-AE6C-8338B4FEFF8F}" dt="2024-11-11T15:40:53.274" v="1429" actId="1076"/>
          <ac:spMkLst>
            <pc:docMk/>
            <pc:sldMk cId="2339429440" sldId="297"/>
            <ac:spMk id="31" creationId="{095197EC-94DE-4751-E132-CCA825BCDFEB}"/>
          </ac:spMkLst>
        </pc:spChg>
        <pc:spChg chg="add mod">
          <ac:chgData name="Francesco Luciano Cambria" userId="6da4c536-595c-4daa-839e-23373e7117c6" providerId="ADAL" clId="{5901AB58-6267-49BA-AE6C-8338B4FEFF8F}" dt="2024-11-11T15:40:53.274" v="1429" actId="1076"/>
          <ac:spMkLst>
            <pc:docMk/>
            <pc:sldMk cId="2339429440" sldId="297"/>
            <ac:spMk id="32" creationId="{2D4E40E9-016C-5CAB-94B1-7DBAEFAF4DB8}"/>
          </ac:spMkLst>
        </pc:spChg>
        <pc:spChg chg="add mod">
          <ac:chgData name="Francesco Luciano Cambria" userId="6da4c536-595c-4daa-839e-23373e7117c6" providerId="ADAL" clId="{5901AB58-6267-49BA-AE6C-8338B4FEFF8F}" dt="2024-11-11T15:41:19.881" v="1432"/>
          <ac:spMkLst>
            <pc:docMk/>
            <pc:sldMk cId="2339429440" sldId="297"/>
            <ac:spMk id="34" creationId="{095197EC-94DE-4751-E132-CCA825BCDFEB}"/>
          </ac:spMkLst>
        </pc:spChg>
        <pc:spChg chg="add mod">
          <ac:chgData name="Francesco Luciano Cambria" userId="6da4c536-595c-4daa-839e-23373e7117c6" providerId="ADAL" clId="{5901AB58-6267-49BA-AE6C-8338B4FEFF8F}" dt="2024-11-11T15:41:19.881" v="1432"/>
          <ac:spMkLst>
            <pc:docMk/>
            <pc:sldMk cId="2339429440" sldId="297"/>
            <ac:spMk id="35" creationId="{2D4E40E9-016C-5CAB-94B1-7DBAEFAF4DB8}"/>
          </ac:spMkLst>
        </pc:spChg>
        <pc:grpChg chg="del">
          <ac:chgData name="Francesco Luciano Cambria" userId="6da4c536-595c-4daa-839e-23373e7117c6" providerId="ADAL" clId="{5901AB58-6267-49BA-AE6C-8338B4FEFF8F}" dt="2024-11-11T15:34:29.261" v="1384" actId="478"/>
          <ac:grpSpMkLst>
            <pc:docMk/>
            <pc:sldMk cId="2339429440" sldId="297"/>
            <ac:grpSpMk id="22" creationId="{A5BA8330-6700-F13F-5132-B04D0E2BCA17}"/>
          </ac:grpSpMkLst>
        </pc:grpChg>
        <pc:grpChg chg="del">
          <ac:chgData name="Francesco Luciano Cambria" userId="6da4c536-595c-4daa-839e-23373e7117c6" providerId="ADAL" clId="{5901AB58-6267-49BA-AE6C-8338B4FEFF8F}" dt="2024-11-11T15:34:29.261" v="1384" actId="478"/>
          <ac:grpSpMkLst>
            <pc:docMk/>
            <pc:sldMk cId="2339429440" sldId="297"/>
            <ac:grpSpMk id="23" creationId="{1041713F-E43F-0841-5994-B4F52FE372B4}"/>
          </ac:grpSpMkLst>
        </pc:grpChg>
        <pc:picChg chg="add mod">
          <ac:chgData name="Francesco Luciano Cambria" userId="6da4c536-595c-4daa-839e-23373e7117c6" providerId="ADAL" clId="{5901AB58-6267-49BA-AE6C-8338B4FEFF8F}" dt="2024-11-11T15:37:19.068" v="1393" actId="1076"/>
          <ac:picMkLst>
            <pc:docMk/>
            <pc:sldMk cId="2339429440" sldId="297"/>
            <ac:picMk id="4" creationId="{5DA383CE-1D97-29E9-E07E-C96BD55FABDF}"/>
          </ac:picMkLst>
        </pc:picChg>
        <pc:picChg chg="del">
          <ac:chgData name="Francesco Luciano Cambria" userId="6da4c536-595c-4daa-839e-23373e7117c6" providerId="ADAL" clId="{5901AB58-6267-49BA-AE6C-8338B4FEFF8F}" dt="2024-11-11T15:34:23.235" v="1381" actId="478"/>
          <ac:picMkLst>
            <pc:docMk/>
            <pc:sldMk cId="2339429440" sldId="297"/>
            <ac:picMk id="6" creationId="{33020704-B5C2-3C36-366C-495677064E91}"/>
          </ac:picMkLst>
        </pc:picChg>
        <pc:picChg chg="add mod">
          <ac:chgData name="Francesco Luciano Cambria" userId="6da4c536-595c-4daa-839e-23373e7117c6" providerId="ADAL" clId="{5901AB58-6267-49BA-AE6C-8338B4FEFF8F}" dt="2024-11-11T15:39:00.193" v="1395"/>
          <ac:picMkLst>
            <pc:docMk/>
            <pc:sldMk cId="2339429440" sldId="297"/>
            <ac:picMk id="7" creationId="{5DA383CE-1D97-29E9-E07E-C96BD55FABDF}"/>
          </ac:picMkLst>
        </pc:picChg>
        <pc:picChg chg="del">
          <ac:chgData name="Francesco Luciano Cambria" userId="6da4c536-595c-4daa-839e-23373e7117c6" providerId="ADAL" clId="{5901AB58-6267-49BA-AE6C-8338B4FEFF8F}" dt="2024-11-11T15:34:23.235" v="1381" actId="478"/>
          <ac:picMkLst>
            <pc:docMk/>
            <pc:sldMk cId="2339429440" sldId="297"/>
            <ac:picMk id="11" creationId="{D7106E8B-FB21-E46E-5807-D81762C60A59}"/>
          </ac:picMkLst>
        </pc:picChg>
        <pc:picChg chg="add mod">
          <ac:chgData name="Francesco Luciano Cambria" userId="6da4c536-595c-4daa-839e-23373e7117c6" providerId="ADAL" clId="{5901AB58-6267-49BA-AE6C-8338B4FEFF8F}" dt="2024-11-11T15:40:58.571" v="1430" actId="1076"/>
          <ac:picMkLst>
            <pc:docMk/>
            <pc:sldMk cId="2339429440" sldId="297"/>
            <ac:picMk id="12" creationId="{B4FBC64B-C728-521D-7EB4-9CF1D639461D}"/>
          </ac:picMkLst>
        </pc:picChg>
        <pc:picChg chg="del">
          <ac:chgData name="Francesco Luciano Cambria" userId="6da4c536-595c-4daa-839e-23373e7117c6" providerId="ADAL" clId="{5901AB58-6267-49BA-AE6C-8338B4FEFF8F}" dt="2024-11-11T15:34:23.235" v="1381" actId="478"/>
          <ac:picMkLst>
            <pc:docMk/>
            <pc:sldMk cId="2339429440" sldId="297"/>
            <ac:picMk id="14" creationId="{9D1989DD-D1B2-F042-B50E-D0FD6730E7AA}"/>
          </ac:picMkLst>
        </pc:picChg>
        <pc:picChg chg="add mod">
          <ac:chgData name="Francesco Luciano Cambria" userId="6da4c536-595c-4daa-839e-23373e7117c6" providerId="ADAL" clId="{5901AB58-6267-49BA-AE6C-8338B4FEFF8F}" dt="2024-11-11T15:40:03.509" v="1425" actId="1076"/>
          <ac:picMkLst>
            <pc:docMk/>
            <pc:sldMk cId="2339429440" sldId="297"/>
            <ac:picMk id="15" creationId="{E20CEEE3-9EE1-3EAA-C5F0-B5F543839A99}"/>
          </ac:picMkLst>
        </pc:picChg>
        <pc:picChg chg="add mod">
          <ac:chgData name="Francesco Luciano Cambria" userId="6da4c536-595c-4daa-839e-23373e7117c6" providerId="ADAL" clId="{5901AB58-6267-49BA-AE6C-8338B4FEFF8F}" dt="2024-11-11T15:40:53.274" v="1429" actId="1076"/>
          <ac:picMkLst>
            <pc:docMk/>
            <pc:sldMk cId="2339429440" sldId="297"/>
            <ac:picMk id="16" creationId="{58A67D63-1CF2-ED3B-91DD-485118F9A605}"/>
          </ac:picMkLst>
        </pc:picChg>
        <pc:picChg chg="add mod">
          <ac:chgData name="Francesco Luciano Cambria" userId="6da4c536-595c-4daa-839e-23373e7117c6" providerId="ADAL" clId="{5901AB58-6267-49BA-AE6C-8338B4FEFF8F}" dt="2024-11-11T15:41:19.881" v="1432"/>
          <ac:picMkLst>
            <pc:docMk/>
            <pc:sldMk cId="2339429440" sldId="297"/>
            <ac:picMk id="33" creationId="{58A67D63-1CF2-ED3B-91DD-485118F9A605}"/>
          </ac:picMkLst>
        </pc:picChg>
      </pc:sldChg>
      <pc:sldChg chg="modSp add mod">
        <pc:chgData name="Francesco Luciano Cambria" userId="6da4c536-595c-4daa-839e-23373e7117c6" providerId="ADAL" clId="{5901AB58-6267-49BA-AE6C-8338B4FEFF8F}" dt="2024-11-11T15:42:04.165" v="1437"/>
        <pc:sldMkLst>
          <pc:docMk/>
          <pc:sldMk cId="4145392965" sldId="298"/>
        </pc:sldMkLst>
        <pc:spChg chg="mod">
          <ac:chgData name="Francesco Luciano Cambria" userId="6da4c536-595c-4daa-839e-23373e7117c6" providerId="ADAL" clId="{5901AB58-6267-49BA-AE6C-8338B4FEFF8F}" dt="2024-11-11T15:41:41.210" v="1436" actId="20577"/>
          <ac:spMkLst>
            <pc:docMk/>
            <pc:sldMk cId="4145392965" sldId="298"/>
            <ac:spMk id="2" creationId="{D4A0D590-3F73-E95F-90CE-D2E12EF1EBE1}"/>
          </ac:spMkLst>
        </pc:spChg>
        <pc:spChg chg="mod">
          <ac:chgData name="Francesco Luciano Cambria" userId="6da4c536-595c-4daa-839e-23373e7117c6" providerId="ADAL" clId="{5901AB58-6267-49BA-AE6C-8338B4FEFF8F}" dt="2024-11-11T15:42:04.165" v="1437"/>
          <ac:spMkLst>
            <pc:docMk/>
            <pc:sldMk cId="4145392965" sldId="298"/>
            <ac:spMk id="13" creationId="{20E6AF4A-62B3-1586-B888-8F840A3DB28C}"/>
          </ac:spMkLst>
        </pc:spChg>
      </pc:sldChg>
      <pc:sldChg chg="modSp add mod">
        <pc:chgData name="Francesco Luciano Cambria" userId="6da4c536-595c-4daa-839e-23373e7117c6" providerId="ADAL" clId="{5901AB58-6267-49BA-AE6C-8338B4FEFF8F}" dt="2024-11-11T15:43:27.537" v="1459" actId="20577"/>
        <pc:sldMkLst>
          <pc:docMk/>
          <pc:sldMk cId="3133206443" sldId="299"/>
        </pc:sldMkLst>
        <pc:spChg chg="mod">
          <ac:chgData name="Francesco Luciano Cambria" userId="6da4c536-595c-4daa-839e-23373e7117c6" providerId="ADAL" clId="{5901AB58-6267-49BA-AE6C-8338B4FEFF8F}" dt="2024-11-11T15:42:16.684" v="1439" actId="20577"/>
          <ac:spMkLst>
            <pc:docMk/>
            <pc:sldMk cId="3133206443" sldId="299"/>
            <ac:spMk id="2" creationId="{096CE5F3-B021-4F06-5186-1F04130ED2B0}"/>
          </ac:spMkLst>
        </pc:spChg>
        <pc:spChg chg="mod">
          <ac:chgData name="Francesco Luciano Cambria" userId="6da4c536-595c-4daa-839e-23373e7117c6" providerId="ADAL" clId="{5901AB58-6267-49BA-AE6C-8338B4FEFF8F}" dt="2024-11-11T15:42:51.909" v="1442" actId="14100"/>
          <ac:spMkLst>
            <pc:docMk/>
            <pc:sldMk cId="3133206443" sldId="299"/>
            <ac:spMk id="10" creationId="{AC41CE68-30DB-0B9F-FB50-D547F2EF2012}"/>
          </ac:spMkLst>
        </pc:spChg>
        <pc:spChg chg="mod">
          <ac:chgData name="Francesco Luciano Cambria" userId="6da4c536-595c-4daa-839e-23373e7117c6" providerId="ADAL" clId="{5901AB58-6267-49BA-AE6C-8338B4FEFF8F}" dt="2024-11-11T15:42:51.909" v="1442" actId="14100"/>
          <ac:spMkLst>
            <pc:docMk/>
            <pc:sldMk cId="3133206443" sldId="299"/>
            <ac:spMk id="11" creationId="{73EE6DC5-B6E2-8308-CBF6-FEE957D3567C}"/>
          </ac:spMkLst>
        </pc:spChg>
        <pc:spChg chg="mod">
          <ac:chgData name="Francesco Luciano Cambria" userId="6da4c536-595c-4daa-839e-23373e7117c6" providerId="ADAL" clId="{5901AB58-6267-49BA-AE6C-8338B4FEFF8F}" dt="2024-11-11T15:43:27.537" v="1459" actId="20577"/>
          <ac:spMkLst>
            <pc:docMk/>
            <pc:sldMk cId="3133206443" sldId="299"/>
            <ac:spMk id="13" creationId="{CE8BC742-E6C9-2CA7-BD15-D11564D08C78}"/>
          </ac:spMkLst>
        </pc:spChg>
        <pc:grpChg chg="mod">
          <ac:chgData name="Francesco Luciano Cambria" userId="6da4c536-595c-4daa-839e-23373e7117c6" providerId="ADAL" clId="{5901AB58-6267-49BA-AE6C-8338B4FEFF8F}" dt="2024-11-11T15:42:51.909" v="1442" actId="14100"/>
          <ac:grpSpMkLst>
            <pc:docMk/>
            <pc:sldMk cId="3133206443" sldId="299"/>
            <ac:grpSpMk id="8" creationId="{DD10E242-4151-15DF-F674-5604839C92B9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46:48.625" v="1464" actId="20577"/>
        <pc:sldMkLst>
          <pc:docMk/>
          <pc:sldMk cId="2348029788" sldId="300"/>
        </pc:sldMkLst>
        <pc:spChg chg="mod">
          <ac:chgData name="Francesco Luciano Cambria" userId="6da4c536-595c-4daa-839e-23373e7117c6" providerId="ADAL" clId="{5901AB58-6267-49BA-AE6C-8338B4FEFF8F}" dt="2024-11-11T15:46:41.022" v="1461" actId="20577"/>
          <ac:spMkLst>
            <pc:docMk/>
            <pc:sldMk cId="2348029788" sldId="300"/>
            <ac:spMk id="2" creationId="{9E1A9338-2086-B39F-CE45-87192F9E836E}"/>
          </ac:spMkLst>
        </pc:spChg>
        <pc:spChg chg="mod">
          <ac:chgData name="Francesco Luciano Cambria" userId="6da4c536-595c-4daa-839e-23373e7117c6" providerId="ADAL" clId="{5901AB58-6267-49BA-AE6C-8338B4FEFF8F}" dt="2024-11-11T15:46:48.625" v="1464" actId="20577"/>
          <ac:spMkLst>
            <pc:docMk/>
            <pc:sldMk cId="2348029788" sldId="300"/>
            <ac:spMk id="13" creationId="{AB94F99E-2A1D-5C9D-4F86-C7AA36DB2A05}"/>
          </ac:spMkLst>
        </pc:spChg>
      </pc:sldChg>
      <pc:sldChg chg="addSp delSp modSp add mod">
        <pc:chgData name="Francesco Luciano Cambria" userId="6da4c536-595c-4daa-839e-23373e7117c6" providerId="ADAL" clId="{5901AB58-6267-49BA-AE6C-8338B4FEFF8F}" dt="2024-11-11T15:49:10.335" v="1567" actId="1076"/>
        <pc:sldMkLst>
          <pc:docMk/>
          <pc:sldMk cId="1116164161" sldId="301"/>
        </pc:sldMkLst>
        <pc:spChg chg="mod">
          <ac:chgData name="Francesco Luciano Cambria" userId="6da4c536-595c-4daa-839e-23373e7117c6" providerId="ADAL" clId="{5901AB58-6267-49BA-AE6C-8338B4FEFF8F}" dt="2024-11-11T15:47:06.945" v="1466" actId="20577"/>
          <ac:spMkLst>
            <pc:docMk/>
            <pc:sldMk cId="1116164161" sldId="301"/>
            <ac:spMk id="2" creationId="{27127B7C-9209-845E-20EC-C26FBC94DD36}"/>
          </ac:spMkLst>
        </pc:spChg>
        <pc:spChg chg="add mod">
          <ac:chgData name="Francesco Luciano Cambria" userId="6da4c536-595c-4daa-839e-23373e7117c6" providerId="ADAL" clId="{5901AB58-6267-49BA-AE6C-8338B4FEFF8F}" dt="2024-11-11T15:49:10.335" v="1567" actId="1076"/>
          <ac:spMkLst>
            <pc:docMk/>
            <pc:sldMk cId="1116164161" sldId="301"/>
            <ac:spMk id="4" creationId="{11D8F331-C789-7E05-1DD4-3F76B2D8FF40}"/>
          </ac:spMkLst>
        </pc:spChg>
        <pc:spChg chg="add mod">
          <ac:chgData name="Francesco Luciano Cambria" userId="6da4c536-595c-4daa-839e-23373e7117c6" providerId="ADAL" clId="{5901AB58-6267-49BA-AE6C-8338B4FEFF8F}" dt="2024-11-11T15:49:10.335" v="1567" actId="1076"/>
          <ac:spMkLst>
            <pc:docMk/>
            <pc:sldMk cId="1116164161" sldId="301"/>
            <ac:spMk id="5" creationId="{2A39B409-0066-0C61-2717-99723E5E7BB6}"/>
          </ac:spMkLst>
        </pc:spChg>
        <pc:spChg chg="mod">
          <ac:chgData name="Francesco Luciano Cambria" userId="6da4c536-595c-4daa-839e-23373e7117c6" providerId="ADAL" clId="{5901AB58-6267-49BA-AE6C-8338B4FEFF8F}" dt="2024-11-11T15:49:02.035" v="1566" actId="14100"/>
          <ac:spMkLst>
            <pc:docMk/>
            <pc:sldMk cId="1116164161" sldId="301"/>
            <ac:spMk id="10" creationId="{08CD03B6-5BFA-F924-4978-44388F082AE4}"/>
          </ac:spMkLst>
        </pc:spChg>
        <pc:spChg chg="mod">
          <ac:chgData name="Francesco Luciano Cambria" userId="6da4c536-595c-4daa-839e-23373e7117c6" providerId="ADAL" clId="{5901AB58-6267-49BA-AE6C-8338B4FEFF8F}" dt="2024-11-11T15:49:02.035" v="1566" actId="14100"/>
          <ac:spMkLst>
            <pc:docMk/>
            <pc:sldMk cId="1116164161" sldId="301"/>
            <ac:spMk id="11" creationId="{3A2F879D-F9AA-459A-A40E-E4ECFD1B954F}"/>
          </ac:spMkLst>
        </pc:spChg>
        <pc:spChg chg="mod">
          <ac:chgData name="Francesco Luciano Cambria" userId="6da4c536-595c-4daa-839e-23373e7117c6" providerId="ADAL" clId="{5901AB58-6267-49BA-AE6C-8338B4FEFF8F}" dt="2024-11-11T15:48:55.818" v="1565" actId="20577"/>
          <ac:spMkLst>
            <pc:docMk/>
            <pc:sldMk cId="1116164161" sldId="301"/>
            <ac:spMk id="13" creationId="{95383F3D-8DBC-76CA-DBAD-053B0118F1AB}"/>
          </ac:spMkLst>
        </pc:spChg>
        <pc:grpChg chg="mod">
          <ac:chgData name="Francesco Luciano Cambria" userId="6da4c536-595c-4daa-839e-23373e7117c6" providerId="ADAL" clId="{5901AB58-6267-49BA-AE6C-8338B4FEFF8F}" dt="2024-11-11T15:49:02.035" v="1566" actId="14100"/>
          <ac:grpSpMkLst>
            <pc:docMk/>
            <pc:sldMk cId="1116164161" sldId="301"/>
            <ac:grpSpMk id="8" creationId="{08B0046C-B1C2-2A19-E772-87831182110B}"/>
          </ac:grpSpMkLst>
        </pc:grpChg>
        <pc:picChg chg="del">
          <ac:chgData name="Francesco Luciano Cambria" userId="6da4c536-595c-4daa-839e-23373e7117c6" providerId="ADAL" clId="{5901AB58-6267-49BA-AE6C-8338B4FEFF8F}" dt="2024-11-11T15:47:30.521" v="1470" actId="478"/>
          <ac:picMkLst>
            <pc:docMk/>
            <pc:sldMk cId="1116164161" sldId="301"/>
            <ac:picMk id="3" creationId="{C4C07379-E00F-E5AE-E941-D8670304C5BE}"/>
          </ac:picMkLst>
        </pc:picChg>
      </pc:sldChg>
      <pc:sldChg chg="addSp modSp add mod">
        <pc:chgData name="Francesco Luciano Cambria" userId="6da4c536-595c-4daa-839e-23373e7117c6" providerId="ADAL" clId="{5901AB58-6267-49BA-AE6C-8338B4FEFF8F}" dt="2024-11-11T15:52:44.050" v="1602" actId="14100"/>
        <pc:sldMkLst>
          <pc:docMk/>
          <pc:sldMk cId="2326723457" sldId="302"/>
        </pc:sldMkLst>
        <pc:spChg chg="mod">
          <ac:chgData name="Francesco Luciano Cambria" userId="6da4c536-595c-4daa-839e-23373e7117c6" providerId="ADAL" clId="{5901AB58-6267-49BA-AE6C-8338B4FEFF8F}" dt="2024-11-11T15:47:35.621" v="1474" actId="20577"/>
          <ac:spMkLst>
            <pc:docMk/>
            <pc:sldMk cId="2326723457" sldId="302"/>
            <ac:spMk id="2" creationId="{E769B357-2694-2C42-74F6-74DA1D6520A2}"/>
          </ac:spMkLst>
        </pc:spChg>
        <pc:spChg chg="mod">
          <ac:chgData name="Francesco Luciano Cambria" userId="6da4c536-595c-4daa-839e-23373e7117c6" providerId="ADAL" clId="{5901AB58-6267-49BA-AE6C-8338B4FEFF8F}" dt="2024-11-11T15:52:44.050" v="1602" actId="14100"/>
          <ac:spMkLst>
            <pc:docMk/>
            <pc:sldMk cId="2326723457" sldId="302"/>
            <ac:spMk id="10" creationId="{E6E2CF10-FAD3-8C21-84F1-93DE05ED59FF}"/>
          </ac:spMkLst>
        </pc:spChg>
        <pc:spChg chg="mod">
          <ac:chgData name="Francesco Luciano Cambria" userId="6da4c536-595c-4daa-839e-23373e7117c6" providerId="ADAL" clId="{5901AB58-6267-49BA-AE6C-8338B4FEFF8F}" dt="2024-11-11T15:52:44.050" v="1602" actId="14100"/>
          <ac:spMkLst>
            <pc:docMk/>
            <pc:sldMk cId="2326723457" sldId="302"/>
            <ac:spMk id="11" creationId="{C7884243-8E37-5477-E01D-4FC19C183EC4}"/>
          </ac:spMkLst>
        </pc:spChg>
        <pc:spChg chg="mod">
          <ac:chgData name="Francesco Luciano Cambria" userId="6da4c536-595c-4daa-839e-23373e7117c6" providerId="ADAL" clId="{5901AB58-6267-49BA-AE6C-8338B4FEFF8F}" dt="2024-11-11T15:52:36.686" v="1600" actId="14100"/>
          <ac:spMkLst>
            <pc:docMk/>
            <pc:sldMk cId="2326723457" sldId="302"/>
            <ac:spMk id="13" creationId="{81289344-5689-C2C3-1458-AC487D541D64}"/>
          </ac:spMkLst>
        </pc:spChg>
        <pc:grpChg chg="mod">
          <ac:chgData name="Francesco Luciano Cambria" userId="6da4c536-595c-4daa-839e-23373e7117c6" providerId="ADAL" clId="{5901AB58-6267-49BA-AE6C-8338B4FEFF8F}" dt="2024-11-11T15:52:44.050" v="1602" actId="14100"/>
          <ac:grpSpMkLst>
            <pc:docMk/>
            <pc:sldMk cId="2326723457" sldId="302"/>
            <ac:grpSpMk id="8" creationId="{3EA27B1E-6C47-C17B-641D-516ECE83B0D3}"/>
          </ac:grpSpMkLst>
        </pc:grpChg>
        <pc:picChg chg="add mod">
          <ac:chgData name="Francesco Luciano Cambria" userId="6da4c536-595c-4daa-839e-23373e7117c6" providerId="ADAL" clId="{5901AB58-6267-49BA-AE6C-8338B4FEFF8F}" dt="2024-11-11T15:52:39.346" v="1601" actId="1076"/>
          <ac:picMkLst>
            <pc:docMk/>
            <pc:sldMk cId="2326723457" sldId="302"/>
            <ac:picMk id="3" creationId="{18991AAD-59CC-7924-B102-91139D2D30E0}"/>
          </ac:picMkLst>
        </pc:picChg>
      </pc:sldChg>
      <pc:sldChg chg="modSp add del mod">
        <pc:chgData name="Francesco Luciano Cambria" userId="6da4c536-595c-4daa-839e-23373e7117c6" providerId="ADAL" clId="{5901AB58-6267-49BA-AE6C-8338B4FEFF8F}" dt="2024-11-11T15:56:01.002" v="1687" actId="47"/>
        <pc:sldMkLst>
          <pc:docMk/>
          <pc:sldMk cId="2956844341" sldId="303"/>
        </pc:sldMkLst>
        <pc:spChg chg="mod">
          <ac:chgData name="Francesco Luciano Cambria" userId="6da4c536-595c-4daa-839e-23373e7117c6" providerId="ADAL" clId="{5901AB58-6267-49BA-AE6C-8338B4FEFF8F}" dt="2024-11-11T15:53:23.469" v="1606" actId="14100"/>
          <ac:spMkLst>
            <pc:docMk/>
            <pc:sldMk cId="2956844341" sldId="303"/>
            <ac:spMk id="10" creationId="{ACA9B010-6E7C-2CFD-8A7F-2EC1D05C423D}"/>
          </ac:spMkLst>
        </pc:spChg>
        <pc:spChg chg="mod">
          <ac:chgData name="Francesco Luciano Cambria" userId="6da4c536-595c-4daa-839e-23373e7117c6" providerId="ADAL" clId="{5901AB58-6267-49BA-AE6C-8338B4FEFF8F}" dt="2024-11-11T15:53:23.469" v="1606" actId="14100"/>
          <ac:spMkLst>
            <pc:docMk/>
            <pc:sldMk cId="2956844341" sldId="303"/>
            <ac:spMk id="11" creationId="{17AA1BBF-FC74-4CB7-5FE1-B758BFAD0679}"/>
          </ac:spMkLst>
        </pc:spChg>
        <pc:spChg chg="mod">
          <ac:chgData name="Francesco Luciano Cambria" userId="6da4c536-595c-4daa-839e-23373e7117c6" providerId="ADAL" clId="{5901AB58-6267-49BA-AE6C-8338B4FEFF8F}" dt="2024-11-11T15:53:19.312" v="1605" actId="14100"/>
          <ac:spMkLst>
            <pc:docMk/>
            <pc:sldMk cId="2956844341" sldId="303"/>
            <ac:spMk id="13" creationId="{5F92FC02-EBE3-4472-8344-0D394FA485B2}"/>
          </ac:spMkLst>
        </pc:spChg>
        <pc:grpChg chg="mod">
          <ac:chgData name="Francesco Luciano Cambria" userId="6da4c536-595c-4daa-839e-23373e7117c6" providerId="ADAL" clId="{5901AB58-6267-49BA-AE6C-8338B4FEFF8F}" dt="2024-11-11T15:53:23.469" v="1606" actId="14100"/>
          <ac:grpSpMkLst>
            <pc:docMk/>
            <pc:sldMk cId="2956844341" sldId="303"/>
            <ac:grpSpMk id="8" creationId="{4D37C2CC-7F9E-07F6-E9AB-32098C2B21D5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55:52.257" v="1686" actId="404"/>
        <pc:sldMkLst>
          <pc:docMk/>
          <pc:sldMk cId="2709706425" sldId="304"/>
        </pc:sldMkLst>
        <pc:spChg chg="mod">
          <ac:chgData name="Francesco Luciano Cambria" userId="6da4c536-595c-4daa-839e-23373e7117c6" providerId="ADAL" clId="{5901AB58-6267-49BA-AE6C-8338B4FEFF8F}" dt="2024-11-11T15:55:52.257" v="1686" actId="404"/>
          <ac:spMkLst>
            <pc:docMk/>
            <pc:sldMk cId="2709706425" sldId="304"/>
            <ac:spMk id="2" creationId="{28ABCB8C-B099-C82A-3821-B30026A0620F}"/>
          </ac:spMkLst>
        </pc:spChg>
      </pc:sldChg>
      <pc:sldChg chg="addSp modSp add mod">
        <pc:chgData name="Francesco Luciano Cambria" userId="6da4c536-595c-4daa-839e-23373e7117c6" providerId="ADAL" clId="{5901AB58-6267-49BA-AE6C-8338B4FEFF8F}" dt="2024-11-11T16:14:10.540" v="1880" actId="20577"/>
        <pc:sldMkLst>
          <pc:docMk/>
          <pc:sldMk cId="3164427357" sldId="305"/>
        </pc:sldMkLst>
        <pc:spChg chg="mod">
          <ac:chgData name="Francesco Luciano Cambria" userId="6da4c536-595c-4daa-839e-23373e7117c6" providerId="ADAL" clId="{5901AB58-6267-49BA-AE6C-8338B4FEFF8F}" dt="2024-11-11T16:14:08.086" v="1878" actId="20577"/>
          <ac:spMkLst>
            <pc:docMk/>
            <pc:sldMk cId="3164427357" sldId="305"/>
            <ac:spMk id="2" creationId="{753F0444-00B7-DD88-D05F-9DC922D54B3D}"/>
          </ac:spMkLst>
        </pc:spChg>
        <pc:spChg chg="mod">
          <ac:chgData name="Francesco Luciano Cambria" userId="6da4c536-595c-4daa-839e-23373e7117c6" providerId="ADAL" clId="{5901AB58-6267-49BA-AE6C-8338B4FEFF8F}" dt="2024-11-11T15:57:39.168" v="1706" actId="20577"/>
          <ac:spMkLst>
            <pc:docMk/>
            <pc:sldMk cId="3164427357" sldId="305"/>
            <ac:spMk id="4" creationId="{919FD11D-2901-4D10-E26B-7902F8828D49}"/>
          </ac:spMkLst>
        </pc:spChg>
        <pc:spChg chg="mod">
          <ac:chgData name="Francesco Luciano Cambria" userId="6da4c536-595c-4daa-839e-23373e7117c6" providerId="ADAL" clId="{5901AB58-6267-49BA-AE6C-8338B4FEFF8F}" dt="2024-11-11T16:14:10.540" v="1880" actId="20577"/>
          <ac:spMkLst>
            <pc:docMk/>
            <pc:sldMk cId="3164427357" sldId="305"/>
            <ac:spMk id="5" creationId="{A1D47ABD-8FC6-12E7-6460-2F76867897E5}"/>
          </ac:spMkLst>
        </pc:spChg>
        <pc:spChg chg="mod">
          <ac:chgData name="Francesco Luciano Cambria" userId="6da4c536-595c-4daa-839e-23373e7117c6" providerId="ADAL" clId="{5901AB58-6267-49BA-AE6C-8338B4FEFF8F}" dt="2024-11-11T15:58:41.521" v="1712" actId="14100"/>
          <ac:spMkLst>
            <pc:docMk/>
            <pc:sldMk cId="3164427357" sldId="305"/>
            <ac:spMk id="6" creationId="{B496402D-85F9-3D94-7EDD-D96C13B70DD3}"/>
          </ac:spMkLst>
        </pc:spChg>
        <pc:spChg chg="mod">
          <ac:chgData name="Francesco Luciano Cambria" userId="6da4c536-595c-4daa-839e-23373e7117c6" providerId="ADAL" clId="{5901AB58-6267-49BA-AE6C-8338B4FEFF8F}" dt="2024-11-11T15:58:44.699" v="1713" actId="14100"/>
          <ac:spMkLst>
            <pc:docMk/>
            <pc:sldMk cId="3164427357" sldId="305"/>
            <ac:spMk id="9" creationId="{86A17C6F-1F4E-0350-8AE3-9D868E6EC14E}"/>
          </ac:spMkLst>
        </pc:spChg>
        <pc:spChg chg="mod">
          <ac:chgData name="Francesco Luciano Cambria" userId="6da4c536-595c-4daa-839e-23373e7117c6" providerId="ADAL" clId="{5901AB58-6267-49BA-AE6C-8338B4FEFF8F}" dt="2024-11-11T15:57:35.644" v="1694" actId="14100"/>
          <ac:spMkLst>
            <pc:docMk/>
            <pc:sldMk cId="3164427357" sldId="305"/>
            <ac:spMk id="10" creationId="{37CA5B2E-7752-19F2-C27E-58E682E6241C}"/>
          </ac:spMkLst>
        </pc:spChg>
        <pc:spChg chg="mod">
          <ac:chgData name="Francesco Luciano Cambria" userId="6da4c536-595c-4daa-839e-23373e7117c6" providerId="ADAL" clId="{5901AB58-6267-49BA-AE6C-8338B4FEFF8F}" dt="2024-11-11T15:57:35.644" v="1694" actId="14100"/>
          <ac:spMkLst>
            <pc:docMk/>
            <pc:sldMk cId="3164427357" sldId="305"/>
            <ac:spMk id="11" creationId="{76046514-46F5-D61C-AD43-9BA6E82E6275}"/>
          </ac:spMkLst>
        </pc:spChg>
        <pc:spChg chg="mod">
          <ac:chgData name="Francesco Luciano Cambria" userId="6da4c536-595c-4daa-839e-23373e7117c6" providerId="ADAL" clId="{5901AB58-6267-49BA-AE6C-8338B4FEFF8F}" dt="2024-11-11T15:58:44.699" v="1713" actId="14100"/>
          <ac:spMkLst>
            <pc:docMk/>
            <pc:sldMk cId="3164427357" sldId="305"/>
            <ac:spMk id="12" creationId="{D568EDD7-6E9E-9657-3C50-B92615DE14CA}"/>
          </ac:spMkLst>
        </pc:spChg>
        <pc:spChg chg="add mod">
          <ac:chgData name="Francesco Luciano Cambria" userId="6da4c536-595c-4daa-839e-23373e7117c6" providerId="ADAL" clId="{5901AB58-6267-49BA-AE6C-8338B4FEFF8F}" dt="2024-11-11T16:00:06.866" v="1725" actId="1076"/>
          <ac:spMkLst>
            <pc:docMk/>
            <pc:sldMk cId="3164427357" sldId="305"/>
            <ac:spMk id="15" creationId="{AE7037CF-07B3-6111-C1E7-EEE59FFA4DA2}"/>
          </ac:spMkLst>
        </pc:spChg>
        <pc:spChg chg="add mod">
          <ac:chgData name="Francesco Luciano Cambria" userId="6da4c536-595c-4daa-839e-23373e7117c6" providerId="ADAL" clId="{5901AB58-6267-49BA-AE6C-8338B4FEFF8F}" dt="2024-11-11T16:00:20.843" v="1728" actId="1076"/>
          <ac:spMkLst>
            <pc:docMk/>
            <pc:sldMk cId="3164427357" sldId="305"/>
            <ac:spMk id="19" creationId="{7916DFB7-9AD0-1041-840D-586D9B8E2754}"/>
          </ac:spMkLst>
        </pc:spChg>
        <pc:spChg chg="add mod">
          <ac:chgData name="Francesco Luciano Cambria" userId="6da4c536-595c-4daa-839e-23373e7117c6" providerId="ADAL" clId="{5901AB58-6267-49BA-AE6C-8338B4FEFF8F}" dt="2024-11-11T16:00:20.843" v="1728" actId="1076"/>
          <ac:spMkLst>
            <pc:docMk/>
            <pc:sldMk cId="3164427357" sldId="305"/>
            <ac:spMk id="20" creationId="{F7F84EB5-B211-2FA2-2EA6-7285124EA529}"/>
          </ac:spMkLst>
        </pc:spChg>
        <pc:spChg chg="add mod">
          <ac:chgData name="Francesco Luciano Cambria" userId="6da4c536-595c-4daa-839e-23373e7117c6" providerId="ADAL" clId="{5901AB58-6267-49BA-AE6C-8338B4FEFF8F}" dt="2024-11-11T16:00:20.843" v="1728" actId="1076"/>
          <ac:spMkLst>
            <pc:docMk/>
            <pc:sldMk cId="3164427357" sldId="305"/>
            <ac:spMk id="21" creationId="{56E5FCBF-D85B-512D-AA6C-39FEC4FC317A}"/>
          </ac:spMkLst>
        </pc:spChg>
        <pc:spChg chg="add mod">
          <ac:chgData name="Francesco Luciano Cambria" userId="6da4c536-595c-4daa-839e-23373e7117c6" providerId="ADAL" clId="{5901AB58-6267-49BA-AE6C-8338B4FEFF8F}" dt="2024-11-11T15:59:45.268" v="1724" actId="571"/>
          <ac:spMkLst>
            <pc:docMk/>
            <pc:sldMk cId="3164427357" sldId="305"/>
            <ac:spMk id="22" creationId="{229F5C57-19ED-C57A-CBCF-615B76A805AB}"/>
          </ac:spMkLst>
        </pc:spChg>
        <pc:spChg chg="add mod">
          <ac:chgData name="Francesco Luciano Cambria" userId="6da4c536-595c-4daa-839e-23373e7117c6" providerId="ADAL" clId="{5901AB58-6267-49BA-AE6C-8338B4FEFF8F}" dt="2024-11-11T16:03:06.517" v="1730"/>
          <ac:spMkLst>
            <pc:docMk/>
            <pc:sldMk cId="3164427357" sldId="305"/>
            <ac:spMk id="26" creationId="{7916DFB7-9AD0-1041-840D-586D9B8E2754}"/>
          </ac:spMkLst>
        </pc:spChg>
        <pc:spChg chg="add mod">
          <ac:chgData name="Francesco Luciano Cambria" userId="6da4c536-595c-4daa-839e-23373e7117c6" providerId="ADAL" clId="{5901AB58-6267-49BA-AE6C-8338B4FEFF8F}" dt="2024-11-11T16:03:06.517" v="1730"/>
          <ac:spMkLst>
            <pc:docMk/>
            <pc:sldMk cId="3164427357" sldId="305"/>
            <ac:spMk id="27" creationId="{F7F84EB5-B211-2FA2-2EA6-7285124EA529}"/>
          </ac:spMkLst>
        </pc:spChg>
        <pc:spChg chg="add mod">
          <ac:chgData name="Francesco Luciano Cambria" userId="6da4c536-595c-4daa-839e-23373e7117c6" providerId="ADAL" clId="{5901AB58-6267-49BA-AE6C-8338B4FEFF8F}" dt="2024-11-11T16:03:06.517" v="1730"/>
          <ac:spMkLst>
            <pc:docMk/>
            <pc:sldMk cId="3164427357" sldId="305"/>
            <ac:spMk id="28" creationId="{56E5FCBF-D85B-512D-AA6C-39FEC4FC317A}"/>
          </ac:spMkLst>
        </pc:spChg>
        <pc:grpChg chg="mod">
          <ac:chgData name="Francesco Luciano Cambria" userId="6da4c536-595c-4daa-839e-23373e7117c6" providerId="ADAL" clId="{5901AB58-6267-49BA-AE6C-8338B4FEFF8F}" dt="2024-11-11T15:58:44.699" v="1713" actId="14100"/>
          <ac:grpSpMkLst>
            <pc:docMk/>
            <pc:sldMk cId="3164427357" sldId="305"/>
            <ac:grpSpMk id="7" creationId="{347549A8-AFA1-DA4B-CDA8-EAB86878C961}"/>
          </ac:grpSpMkLst>
        </pc:grpChg>
        <pc:grpChg chg="mod">
          <ac:chgData name="Francesco Luciano Cambria" userId="6da4c536-595c-4daa-839e-23373e7117c6" providerId="ADAL" clId="{5901AB58-6267-49BA-AE6C-8338B4FEFF8F}" dt="2024-11-11T15:57:35.644" v="1694" actId="14100"/>
          <ac:grpSpMkLst>
            <pc:docMk/>
            <pc:sldMk cId="3164427357" sldId="305"/>
            <ac:grpSpMk id="8" creationId="{EA03C98C-C686-732D-5831-9F228331B6CE}"/>
          </ac:grpSpMkLst>
        </pc:grpChg>
        <pc:picChg chg="add mod">
          <ac:chgData name="Francesco Luciano Cambria" userId="6da4c536-595c-4daa-839e-23373e7117c6" providerId="ADAL" clId="{5901AB58-6267-49BA-AE6C-8338B4FEFF8F}" dt="2024-11-11T16:00:06.866" v="1725" actId="1076"/>
          <ac:picMkLst>
            <pc:docMk/>
            <pc:sldMk cId="3164427357" sldId="305"/>
            <ac:picMk id="3" creationId="{CE2D830A-8493-F885-66BA-B3DE39D12104}"/>
          </ac:picMkLst>
        </pc:picChg>
        <pc:picChg chg="add mod">
          <ac:chgData name="Francesco Luciano Cambria" userId="6da4c536-595c-4daa-839e-23373e7117c6" providerId="ADAL" clId="{5901AB58-6267-49BA-AE6C-8338B4FEFF8F}" dt="2024-11-11T16:00:06.866" v="1725" actId="1076"/>
          <ac:picMkLst>
            <pc:docMk/>
            <pc:sldMk cId="3164427357" sldId="305"/>
            <ac:picMk id="13" creationId="{D834738A-1776-6D8E-7F8D-C8B581D7DDEF}"/>
          </ac:picMkLst>
        </pc:picChg>
        <pc:picChg chg="add mod">
          <ac:chgData name="Francesco Luciano Cambria" userId="6da4c536-595c-4daa-839e-23373e7117c6" providerId="ADAL" clId="{5901AB58-6267-49BA-AE6C-8338B4FEFF8F}" dt="2024-11-11T16:00:20.843" v="1728" actId="1076"/>
          <ac:picMkLst>
            <pc:docMk/>
            <pc:sldMk cId="3164427357" sldId="305"/>
            <ac:picMk id="16" creationId="{8C84598F-4C93-03A3-9AF6-C87ED07B9F34}"/>
          </ac:picMkLst>
        </pc:picChg>
        <pc:picChg chg="add mod">
          <ac:chgData name="Francesco Luciano Cambria" userId="6da4c536-595c-4daa-839e-23373e7117c6" providerId="ADAL" clId="{5901AB58-6267-49BA-AE6C-8338B4FEFF8F}" dt="2024-11-11T16:00:20.843" v="1728" actId="1076"/>
          <ac:picMkLst>
            <pc:docMk/>
            <pc:sldMk cId="3164427357" sldId="305"/>
            <ac:picMk id="17" creationId="{AB5D06BD-E890-3CE0-F47A-4158E502C842}"/>
          </ac:picMkLst>
        </pc:picChg>
        <pc:picChg chg="add mod">
          <ac:chgData name="Francesco Luciano Cambria" userId="6da4c536-595c-4daa-839e-23373e7117c6" providerId="ADAL" clId="{5901AB58-6267-49BA-AE6C-8338B4FEFF8F}" dt="2024-11-11T16:00:20.843" v="1728" actId="1076"/>
          <ac:picMkLst>
            <pc:docMk/>
            <pc:sldMk cId="3164427357" sldId="305"/>
            <ac:picMk id="18" creationId="{1B0D58C3-CD7D-8350-693A-29A64FFFA6BF}"/>
          </ac:picMkLst>
        </pc:picChg>
        <pc:picChg chg="add mod">
          <ac:chgData name="Francesco Luciano Cambria" userId="6da4c536-595c-4daa-839e-23373e7117c6" providerId="ADAL" clId="{5901AB58-6267-49BA-AE6C-8338B4FEFF8F}" dt="2024-11-11T16:03:06.517" v="1730"/>
          <ac:picMkLst>
            <pc:docMk/>
            <pc:sldMk cId="3164427357" sldId="305"/>
            <ac:picMk id="23" creationId="{8C84598F-4C93-03A3-9AF6-C87ED07B9F34}"/>
          </ac:picMkLst>
        </pc:picChg>
        <pc:picChg chg="add mod">
          <ac:chgData name="Francesco Luciano Cambria" userId="6da4c536-595c-4daa-839e-23373e7117c6" providerId="ADAL" clId="{5901AB58-6267-49BA-AE6C-8338B4FEFF8F}" dt="2024-11-11T16:03:06.517" v="1730"/>
          <ac:picMkLst>
            <pc:docMk/>
            <pc:sldMk cId="3164427357" sldId="305"/>
            <ac:picMk id="24" creationId="{AB5D06BD-E890-3CE0-F47A-4158E502C842}"/>
          </ac:picMkLst>
        </pc:picChg>
        <pc:picChg chg="add mod">
          <ac:chgData name="Francesco Luciano Cambria" userId="6da4c536-595c-4daa-839e-23373e7117c6" providerId="ADAL" clId="{5901AB58-6267-49BA-AE6C-8338B4FEFF8F}" dt="2024-11-11T16:03:06.517" v="1730"/>
          <ac:picMkLst>
            <pc:docMk/>
            <pc:sldMk cId="3164427357" sldId="305"/>
            <ac:picMk id="25" creationId="{1B0D58C3-CD7D-8350-693A-29A64FFFA6BF}"/>
          </ac:picMkLst>
        </pc:picChg>
      </pc:sldChg>
      <pc:sldChg chg="addSp modSp add">
        <pc:chgData name="Francesco Luciano Cambria" userId="6da4c536-595c-4daa-839e-23373e7117c6" providerId="ADAL" clId="{5901AB58-6267-49BA-AE6C-8338B4FEFF8F}" dt="2024-11-11T16:05:02.598" v="1744" actId="1076"/>
        <pc:sldMkLst>
          <pc:docMk/>
          <pc:sldMk cId="3939976416" sldId="306"/>
        </pc:sldMkLst>
        <pc:picChg chg="add mod">
          <ac:chgData name="Francesco Luciano Cambria" userId="6da4c536-595c-4daa-839e-23373e7117c6" providerId="ADAL" clId="{5901AB58-6267-49BA-AE6C-8338B4FEFF8F}" dt="2024-11-11T16:05:02.598" v="1744" actId="1076"/>
          <ac:picMkLst>
            <pc:docMk/>
            <pc:sldMk cId="3939976416" sldId="306"/>
            <ac:picMk id="3" creationId="{A53F429C-9F83-FB27-8CC2-3438AF01B6A8}"/>
          </ac:picMkLst>
        </pc:picChg>
      </pc:sldChg>
      <pc:sldChg chg="addSp delSp modSp add">
        <pc:chgData name="Francesco Luciano Cambria" userId="6da4c536-595c-4daa-839e-23373e7117c6" providerId="ADAL" clId="{5901AB58-6267-49BA-AE6C-8338B4FEFF8F}" dt="2024-11-11T16:10:18.773" v="1781" actId="1076"/>
        <pc:sldMkLst>
          <pc:docMk/>
          <pc:sldMk cId="3924535335" sldId="307"/>
        </pc:sldMkLst>
        <pc:spChg chg="add mod">
          <ac:chgData name="Francesco Luciano Cambria" userId="6da4c536-595c-4daa-839e-23373e7117c6" providerId="ADAL" clId="{5901AB58-6267-49BA-AE6C-8338B4FEFF8F}" dt="2024-11-11T16:06:26.705" v="1751" actId="1076"/>
          <ac:spMkLst>
            <pc:docMk/>
            <pc:sldMk cId="3924535335" sldId="307"/>
            <ac:spMk id="4" creationId="{EFFB42CF-2481-6320-AA77-988B00DEEA5E}"/>
          </ac:spMkLst>
        </pc:spChg>
        <pc:spChg chg="add mod topLvl">
          <ac:chgData name="Francesco Luciano Cambria" userId="6da4c536-595c-4daa-839e-23373e7117c6" providerId="ADAL" clId="{5901AB58-6267-49BA-AE6C-8338B4FEFF8F}" dt="2024-11-11T16:10:15.598" v="1780" actId="14100"/>
          <ac:spMkLst>
            <pc:docMk/>
            <pc:sldMk cId="3924535335" sldId="307"/>
            <ac:spMk id="6" creationId="{B879C670-27D0-02EE-3D22-07BC9C9A9B35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4" creationId="{0A054A61-47F6-4C82-91DC-FAF159228A99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5" creationId="{CF690492-9A77-F2AB-BFE9-83672B3F2A7F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6" creationId="{CDE2EC28-631E-9512-CAEC-4B8E2930C0F8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7" creationId="{37EC63AC-C45C-0352-7A91-C8C0C1330783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8" creationId="{9FE51E2D-B225-FC86-0131-883BFAF63D12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9" creationId="{D8C3CDC4-9F3D-3B6E-2156-5DFBA220CBDB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20" creationId="{151DC479-6B6D-239F-3D13-B396BE0D4F0D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21" creationId="{0B1CBD60-0871-BECC-12B7-AF097E6440CE}"/>
          </ac:spMkLst>
        </pc:spChg>
        <pc:grpChg chg="add del mod">
          <ac:chgData name="Francesco Luciano Cambria" userId="6da4c536-595c-4daa-839e-23373e7117c6" providerId="ADAL" clId="{5901AB58-6267-49BA-AE6C-8338B4FEFF8F}" dt="2024-11-11T16:10:00.131" v="1777" actId="165"/>
          <ac:grpSpMkLst>
            <pc:docMk/>
            <pc:sldMk cId="3924535335" sldId="307"/>
            <ac:grpSpMk id="5" creationId="{2ABE845B-E0C0-967C-7FDD-647FE70B31F8}"/>
          </ac:grpSpMkLst>
        </pc:grpChg>
        <pc:grpChg chg="add mod topLvl">
          <ac:chgData name="Francesco Luciano Cambria" userId="6da4c536-595c-4daa-839e-23373e7117c6" providerId="ADAL" clId="{5901AB58-6267-49BA-AE6C-8338B4FEFF8F}" dt="2024-11-11T16:10:07.949" v="1778" actId="1076"/>
          <ac:grpSpMkLst>
            <pc:docMk/>
            <pc:sldMk cId="3924535335" sldId="307"/>
            <ac:grpSpMk id="12" creationId="{7A956EA8-CF72-67FB-474A-203140FCA147}"/>
          </ac:grpSpMkLst>
        </pc:grpChg>
        <pc:picChg chg="add mod">
          <ac:chgData name="Francesco Luciano Cambria" userId="6da4c536-595c-4daa-839e-23373e7117c6" providerId="ADAL" clId="{5901AB58-6267-49BA-AE6C-8338B4FEFF8F}" dt="2024-11-11T16:10:18.773" v="1781" actId="1076"/>
          <ac:picMkLst>
            <pc:docMk/>
            <pc:sldMk cId="3924535335" sldId="307"/>
            <ac:picMk id="3" creationId="{6D9E764F-4DF0-34C8-7A9C-900D2944E576}"/>
          </ac:picMkLst>
        </pc:picChg>
        <pc:picChg chg="add mod topLvl">
          <ac:chgData name="Francesco Luciano Cambria" userId="6da4c536-595c-4daa-839e-23373e7117c6" providerId="ADAL" clId="{5901AB58-6267-49BA-AE6C-8338B4FEFF8F}" dt="2024-11-11T16:10:00.131" v="1777" actId="165"/>
          <ac:picMkLst>
            <pc:docMk/>
            <pc:sldMk cId="3924535335" sldId="307"/>
            <ac:picMk id="7" creationId="{8A3CC37D-3992-E1C4-9778-590760A7F462}"/>
          </ac:picMkLst>
        </pc:picChg>
        <pc:picChg chg="add mod topLvl">
          <ac:chgData name="Francesco Luciano Cambria" userId="6da4c536-595c-4daa-839e-23373e7117c6" providerId="ADAL" clId="{5901AB58-6267-49BA-AE6C-8338B4FEFF8F}" dt="2024-11-11T16:10:12.491" v="1779" actId="1076"/>
          <ac:picMkLst>
            <pc:docMk/>
            <pc:sldMk cId="3924535335" sldId="307"/>
            <ac:picMk id="9" creationId="{7FAC6946-A3E9-DB44-FC27-33D045712789}"/>
          </ac:picMkLst>
        </pc:picChg>
      </pc:sldChg>
      <pc:sldChg chg="addSp modSp add">
        <pc:chgData name="Francesco Luciano Cambria" userId="6da4c536-595c-4daa-839e-23373e7117c6" providerId="ADAL" clId="{5901AB58-6267-49BA-AE6C-8338B4FEFF8F}" dt="2024-11-11T16:11:22.843" v="1828" actId="1076"/>
        <pc:sldMkLst>
          <pc:docMk/>
          <pc:sldMk cId="1745499428" sldId="308"/>
        </pc:sldMkLst>
        <pc:spChg chg="add mod">
          <ac:chgData name="Francesco Luciano Cambria" userId="6da4c536-595c-4daa-839e-23373e7117c6" providerId="ADAL" clId="{5901AB58-6267-49BA-AE6C-8338B4FEFF8F}" dt="2024-11-11T16:10:41.289" v="1783" actId="1076"/>
          <ac:spMkLst>
            <pc:docMk/>
            <pc:sldMk cId="1745499428" sldId="308"/>
            <ac:spMk id="5" creationId="{97A94EA1-4B1C-5A5E-B618-2052BB81635A}"/>
          </ac:spMkLst>
        </pc:spChg>
        <pc:spChg chg="add mod">
          <ac:chgData name="Francesco Luciano Cambria" userId="6da4c536-595c-4daa-839e-23373e7117c6" providerId="ADAL" clId="{5901AB58-6267-49BA-AE6C-8338B4FEFF8F}" dt="2024-11-11T16:10:41.289" v="1783" actId="1076"/>
          <ac:spMkLst>
            <pc:docMk/>
            <pc:sldMk cId="1745499428" sldId="308"/>
            <ac:spMk id="6" creationId="{F6FF80CF-4CD0-0EEE-3CA7-E7F9D0F96BFC}"/>
          </ac:spMkLst>
        </pc:spChg>
        <pc:spChg chg="add mod">
          <ac:chgData name="Francesco Luciano Cambria" userId="6da4c536-595c-4daa-839e-23373e7117c6" providerId="ADAL" clId="{5901AB58-6267-49BA-AE6C-8338B4FEFF8F}" dt="2024-11-11T16:11:22.843" v="1828" actId="1076"/>
          <ac:spMkLst>
            <pc:docMk/>
            <pc:sldMk cId="1745499428" sldId="308"/>
            <ac:spMk id="7" creationId="{B89E25C9-2D5D-1370-85C0-01696E1E00BF}"/>
          </ac:spMkLst>
        </pc:spChg>
        <pc:spChg chg="add mod">
          <ac:chgData name="Francesco Luciano Cambria" userId="6da4c536-595c-4daa-839e-23373e7117c6" providerId="ADAL" clId="{5901AB58-6267-49BA-AE6C-8338B4FEFF8F}" dt="2024-11-11T16:11:22.843" v="1828" actId="1076"/>
          <ac:spMkLst>
            <pc:docMk/>
            <pc:sldMk cId="1745499428" sldId="308"/>
            <ac:spMk id="9" creationId="{65ABBFC1-9058-6780-C313-235E605DB318}"/>
          </ac:spMkLst>
        </pc:spChg>
        <pc:picChg chg="add mod">
          <ac:chgData name="Francesco Luciano Cambria" userId="6da4c536-595c-4daa-839e-23373e7117c6" providerId="ADAL" clId="{5901AB58-6267-49BA-AE6C-8338B4FEFF8F}" dt="2024-11-11T16:10:41.289" v="1783" actId="1076"/>
          <ac:picMkLst>
            <pc:docMk/>
            <pc:sldMk cId="1745499428" sldId="308"/>
            <ac:picMk id="3" creationId="{36B0E552-A76F-2089-EE29-0D55F3A32165}"/>
          </ac:picMkLst>
        </pc:picChg>
        <pc:picChg chg="add mod">
          <ac:chgData name="Francesco Luciano Cambria" userId="6da4c536-595c-4daa-839e-23373e7117c6" providerId="ADAL" clId="{5901AB58-6267-49BA-AE6C-8338B4FEFF8F}" dt="2024-11-11T16:10:49.382" v="1825" actId="1036"/>
          <ac:picMkLst>
            <pc:docMk/>
            <pc:sldMk cId="1745499428" sldId="308"/>
            <ac:picMk id="4" creationId="{6CFB6EBD-66D1-F986-151B-533042CA0353}"/>
          </ac:picMkLst>
        </pc:picChg>
      </pc:sldChg>
      <pc:sldChg chg="addSp modSp add mod">
        <pc:chgData name="Francesco Luciano Cambria" userId="6da4c536-595c-4daa-839e-23373e7117c6" providerId="ADAL" clId="{5901AB58-6267-49BA-AE6C-8338B4FEFF8F}" dt="2024-11-11T16:12:19.442" v="1836" actId="1076"/>
        <pc:sldMkLst>
          <pc:docMk/>
          <pc:sldMk cId="103638371" sldId="309"/>
        </pc:sldMkLst>
        <pc:spChg chg="add mod">
          <ac:chgData name="Francesco Luciano Cambria" userId="6da4c536-595c-4daa-839e-23373e7117c6" providerId="ADAL" clId="{5901AB58-6267-49BA-AE6C-8338B4FEFF8F}" dt="2024-11-11T16:12:19.442" v="1836" actId="1076"/>
          <ac:spMkLst>
            <pc:docMk/>
            <pc:sldMk cId="103638371" sldId="309"/>
            <ac:spMk id="9" creationId="{9C91A9FF-BF9D-87DF-5202-D6F9B8CD85FB}"/>
          </ac:spMkLst>
        </pc:spChg>
        <pc:picChg chg="add mod">
          <ac:chgData name="Francesco Luciano Cambria" userId="6da4c536-595c-4daa-839e-23373e7117c6" providerId="ADAL" clId="{5901AB58-6267-49BA-AE6C-8338B4FEFF8F}" dt="2024-11-11T16:11:47.817" v="1830" actId="1076"/>
          <ac:picMkLst>
            <pc:docMk/>
            <pc:sldMk cId="103638371" sldId="309"/>
            <ac:picMk id="3" creationId="{3C510387-F4EC-DAE4-93B2-B78DE5643499}"/>
          </ac:picMkLst>
        </pc:picChg>
        <pc:picChg chg="add mod">
          <ac:chgData name="Francesco Luciano Cambria" userId="6da4c536-595c-4daa-839e-23373e7117c6" providerId="ADAL" clId="{5901AB58-6267-49BA-AE6C-8338B4FEFF8F}" dt="2024-11-11T16:12:09.285" v="1834" actId="14100"/>
          <ac:picMkLst>
            <pc:docMk/>
            <pc:sldMk cId="103638371" sldId="309"/>
            <ac:picMk id="6" creationId="{A9EA8C0B-0BD3-4175-503A-D5B59B8919B2}"/>
          </ac:picMkLst>
        </pc:picChg>
        <pc:picChg chg="add mod">
          <ac:chgData name="Francesco Luciano Cambria" userId="6da4c536-595c-4daa-839e-23373e7117c6" providerId="ADAL" clId="{5901AB58-6267-49BA-AE6C-8338B4FEFF8F}" dt="2024-11-11T16:12:15.613" v="1835" actId="1076"/>
          <ac:picMkLst>
            <pc:docMk/>
            <pc:sldMk cId="103638371" sldId="309"/>
            <ac:picMk id="7" creationId="{85568C8A-D892-9DAD-30EB-168C391E95E4}"/>
          </ac:picMkLst>
        </pc:picChg>
      </pc:sldChg>
      <pc:sldChg chg="addSp modSp add">
        <pc:chgData name="Francesco Luciano Cambria" userId="6da4c536-595c-4daa-839e-23373e7117c6" providerId="ADAL" clId="{5901AB58-6267-49BA-AE6C-8338B4FEFF8F}" dt="2024-11-11T16:13:17.534" v="1876" actId="1037"/>
        <pc:sldMkLst>
          <pc:docMk/>
          <pc:sldMk cId="552623010" sldId="310"/>
        </pc:sldMkLst>
        <pc:spChg chg="mod">
          <ac:chgData name="Francesco Luciano Cambria" userId="6da4c536-595c-4daa-839e-23373e7117c6" providerId="ADAL" clId="{5901AB58-6267-49BA-AE6C-8338B4FEFF8F}" dt="2024-11-11T16:13:11.409" v="1873" actId="1037"/>
          <ac:spMkLst>
            <pc:docMk/>
            <pc:sldMk cId="552623010" sldId="310"/>
            <ac:spMk id="10" creationId="{A459F79F-C505-A759-3BDE-9B1FE8D76078}"/>
          </ac:spMkLst>
        </pc:spChg>
        <pc:spChg chg="mod">
          <ac:chgData name="Francesco Luciano Cambria" userId="6da4c536-595c-4daa-839e-23373e7117c6" providerId="ADAL" clId="{5901AB58-6267-49BA-AE6C-8338B4FEFF8F}" dt="2024-11-11T16:13:11.409" v="1873" actId="1037"/>
          <ac:spMkLst>
            <pc:docMk/>
            <pc:sldMk cId="552623010" sldId="310"/>
            <ac:spMk id="11" creationId="{27750719-DFC7-F829-CD5D-AD00D349D7F7}"/>
          </ac:spMkLst>
        </pc:spChg>
        <pc:spChg chg="mod">
          <ac:chgData name="Francesco Luciano Cambria" userId="6da4c536-595c-4daa-839e-23373e7117c6" providerId="ADAL" clId="{5901AB58-6267-49BA-AE6C-8338B4FEFF8F}" dt="2024-11-11T16:13:11.409" v="1873" actId="1037"/>
          <ac:spMkLst>
            <pc:docMk/>
            <pc:sldMk cId="552623010" sldId="310"/>
            <ac:spMk id="13" creationId="{75024B98-381A-E308-F044-5445BBF529B9}"/>
          </ac:spMkLst>
        </pc:spChg>
        <pc:grpChg chg="mod">
          <ac:chgData name="Francesco Luciano Cambria" userId="6da4c536-595c-4daa-839e-23373e7117c6" providerId="ADAL" clId="{5901AB58-6267-49BA-AE6C-8338B4FEFF8F}" dt="2024-11-11T16:13:11.409" v="1873" actId="1037"/>
          <ac:grpSpMkLst>
            <pc:docMk/>
            <pc:sldMk cId="552623010" sldId="310"/>
            <ac:grpSpMk id="8" creationId="{C6611F22-9F52-6DB9-FEF7-FA7DA44F3FD4}"/>
          </ac:grpSpMkLst>
        </pc:grpChg>
        <pc:picChg chg="mod">
          <ac:chgData name="Francesco Luciano Cambria" userId="6da4c536-595c-4daa-839e-23373e7117c6" providerId="ADAL" clId="{5901AB58-6267-49BA-AE6C-8338B4FEFF8F}" dt="2024-11-11T16:13:11.409" v="1873" actId="1037"/>
          <ac:picMkLst>
            <pc:docMk/>
            <pc:sldMk cId="552623010" sldId="310"/>
            <ac:picMk id="3" creationId="{DE2F4556-8E2D-2EFD-6529-3558111C7C42}"/>
          </ac:picMkLst>
        </pc:picChg>
        <pc:picChg chg="add mod">
          <ac:chgData name="Francesco Luciano Cambria" userId="6da4c536-595c-4daa-839e-23373e7117c6" providerId="ADAL" clId="{5901AB58-6267-49BA-AE6C-8338B4FEFF8F}" dt="2024-11-11T16:13:17.534" v="1876" actId="1037"/>
          <ac:picMkLst>
            <pc:docMk/>
            <pc:sldMk cId="552623010" sldId="310"/>
            <ac:picMk id="4" creationId="{8AAF5979-3049-9020-75D0-3F95444D0675}"/>
          </ac:picMkLst>
        </pc:picChg>
      </pc:sldChg>
      <pc:sldChg chg="modSp add mod">
        <pc:chgData name="Francesco Luciano Cambria" userId="6da4c536-595c-4daa-839e-23373e7117c6" providerId="ADAL" clId="{5901AB58-6267-49BA-AE6C-8338B4FEFF8F}" dt="2024-11-11T16:03:48.179" v="1740"/>
        <pc:sldMkLst>
          <pc:docMk/>
          <pc:sldMk cId="4007375991" sldId="311"/>
        </pc:sldMkLst>
        <pc:spChg chg="mod">
          <ac:chgData name="Francesco Luciano Cambria" userId="6da4c536-595c-4daa-839e-23373e7117c6" providerId="ADAL" clId="{5901AB58-6267-49BA-AE6C-8338B4FEFF8F}" dt="2024-11-11T16:03:48.179" v="1740"/>
          <ac:spMkLst>
            <pc:docMk/>
            <pc:sldMk cId="4007375991" sldId="311"/>
            <ac:spMk id="2" creationId="{0FCF196E-9197-ABDC-52DD-8C79C0B498E2}"/>
          </ac:spMkLst>
        </pc:spChg>
      </pc:sldChg>
      <pc:sldChg chg="delSp modSp add mod">
        <pc:chgData name="Francesco Luciano Cambria" userId="6da4c536-595c-4daa-839e-23373e7117c6" providerId="ADAL" clId="{5901AB58-6267-49BA-AE6C-8338B4FEFF8F}" dt="2024-11-11T16:14:34.567" v="1886"/>
        <pc:sldMkLst>
          <pc:docMk/>
          <pc:sldMk cId="2074112811" sldId="312"/>
        </pc:sldMkLst>
        <pc:spChg chg="mod">
          <ac:chgData name="Francesco Luciano Cambria" userId="6da4c536-595c-4daa-839e-23373e7117c6" providerId="ADAL" clId="{5901AB58-6267-49BA-AE6C-8338B4FEFF8F}" dt="2024-11-11T16:14:18.768" v="1883" actId="20577"/>
          <ac:spMkLst>
            <pc:docMk/>
            <pc:sldMk cId="2074112811" sldId="312"/>
            <ac:spMk id="2" creationId="{3C77A753-DE9B-805D-3734-4AD39FB483AD}"/>
          </ac:spMkLst>
        </pc:spChg>
        <pc:spChg chg="mod">
          <ac:chgData name="Francesco Luciano Cambria" userId="6da4c536-595c-4daa-839e-23373e7117c6" providerId="ADAL" clId="{5901AB58-6267-49BA-AE6C-8338B4FEFF8F}" dt="2024-11-11T16:14:34.567" v="1886"/>
          <ac:spMkLst>
            <pc:docMk/>
            <pc:sldMk cId="2074112811" sldId="312"/>
            <ac:spMk id="13" creationId="{1FC198AD-EF9D-8522-E2A7-0EFFB1300372}"/>
          </ac:spMkLst>
        </pc:spChg>
        <pc:picChg chg="del">
          <ac:chgData name="Francesco Luciano Cambria" userId="6da4c536-595c-4daa-839e-23373e7117c6" providerId="ADAL" clId="{5901AB58-6267-49BA-AE6C-8338B4FEFF8F}" dt="2024-11-11T16:14:20.474" v="1884" actId="478"/>
          <ac:picMkLst>
            <pc:docMk/>
            <pc:sldMk cId="2074112811" sldId="312"/>
            <ac:picMk id="3" creationId="{D96EC3F1-ECBE-F2E5-AE3E-61C534F2EF2B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6:15:03.661" v="1907" actId="1036"/>
        <pc:sldMkLst>
          <pc:docMk/>
          <pc:sldMk cId="169928242" sldId="313"/>
        </pc:sldMkLst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3" creationId="{E6D2F5F2-0943-8C1E-7EC8-0642B230922E}"/>
          </ac:spMkLst>
        </pc:spChg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4" creationId="{DB1AE8E4-5B7E-76DE-E4B0-C3B558FE0B74}"/>
          </ac:spMkLst>
        </pc:spChg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9" creationId="{4AF98076-1AAB-0862-2A39-EC91A4E81EE3}"/>
          </ac:spMkLst>
        </pc:spChg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12" creationId="{71595B98-BC45-2FD9-B068-70FB469CFE4C}"/>
          </ac:spMkLst>
        </pc:spChg>
        <pc:spChg chg="del">
          <ac:chgData name="Francesco Luciano Cambria" userId="6da4c536-595c-4daa-839e-23373e7117c6" providerId="ADAL" clId="{5901AB58-6267-49BA-AE6C-8338B4FEFF8F}" dt="2024-11-11T16:14:59.593" v="1889" actId="478"/>
          <ac:spMkLst>
            <pc:docMk/>
            <pc:sldMk cId="169928242" sldId="313"/>
            <ac:spMk id="13" creationId="{4FF93EB3-2FF7-2DFD-AA04-F14477FADB8A}"/>
          </ac:spMkLst>
        </pc:spChg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14" creationId="{DA11F482-B67C-E503-6938-3BDC0CC294FC}"/>
          </ac:spMkLst>
        </pc:spChg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16" creationId="{19F77906-11A0-BC10-31CB-68F1EA554258}"/>
          </ac:spMkLst>
        </pc:spChg>
        <pc:grpChg chg="add mod">
          <ac:chgData name="Francesco Luciano Cambria" userId="6da4c536-595c-4daa-839e-23373e7117c6" providerId="ADAL" clId="{5901AB58-6267-49BA-AE6C-8338B4FEFF8F}" dt="2024-11-11T16:15:03.661" v="1907" actId="1036"/>
          <ac:grpSpMkLst>
            <pc:docMk/>
            <pc:sldMk cId="169928242" sldId="313"/>
            <ac:grpSpMk id="5" creationId="{06DFB86B-5A33-AEC4-B22F-9A18E4817102}"/>
          </ac:grpSpMkLst>
        </pc:grpChg>
        <pc:grpChg chg="del">
          <ac:chgData name="Francesco Luciano Cambria" userId="6da4c536-595c-4daa-839e-23373e7117c6" providerId="ADAL" clId="{5901AB58-6267-49BA-AE6C-8338B4FEFF8F}" dt="2024-11-11T16:14:56.227" v="1888" actId="478"/>
          <ac:grpSpMkLst>
            <pc:docMk/>
            <pc:sldMk cId="169928242" sldId="313"/>
            <ac:grpSpMk id="8" creationId="{1EFEA172-2102-8891-0FB3-3310C4B83CFE}"/>
          </ac:grpSpMkLst>
        </pc:grpChg>
        <pc:picChg chg="add mod">
          <ac:chgData name="Francesco Luciano Cambria" userId="6da4c536-595c-4daa-839e-23373e7117c6" providerId="ADAL" clId="{5901AB58-6267-49BA-AE6C-8338B4FEFF8F}" dt="2024-11-11T16:15:03.661" v="1907" actId="1036"/>
          <ac:picMkLst>
            <pc:docMk/>
            <pc:sldMk cId="169928242" sldId="313"/>
            <ac:picMk id="6" creationId="{8E139E14-2DEC-F303-D704-ACCB1F7E38AE}"/>
          </ac:picMkLst>
        </pc:picChg>
        <pc:picChg chg="add mod">
          <ac:chgData name="Francesco Luciano Cambria" userId="6da4c536-595c-4daa-839e-23373e7117c6" providerId="ADAL" clId="{5901AB58-6267-49BA-AE6C-8338B4FEFF8F}" dt="2024-11-11T16:15:03.661" v="1907" actId="1036"/>
          <ac:picMkLst>
            <pc:docMk/>
            <pc:sldMk cId="169928242" sldId="313"/>
            <ac:picMk id="7" creationId="{2F45E034-E65B-5654-8F7A-D90ACC4712E6}"/>
          </ac:picMkLst>
        </pc:picChg>
        <pc:picChg chg="add mod">
          <ac:chgData name="Francesco Luciano Cambria" userId="6da4c536-595c-4daa-839e-23373e7117c6" providerId="ADAL" clId="{5901AB58-6267-49BA-AE6C-8338B4FEFF8F}" dt="2024-11-11T16:15:03.661" v="1907" actId="1036"/>
          <ac:picMkLst>
            <pc:docMk/>
            <pc:sldMk cId="169928242" sldId="313"/>
            <ac:picMk id="15" creationId="{732F0652-4A2E-CD47-B231-105567D643DA}"/>
          </ac:picMkLst>
        </pc:picChg>
      </pc:sldChg>
      <pc:sldMasterChg chg="add del addSldLayout delSldLayout">
        <pc:chgData name="Francesco Luciano Cambria" userId="6da4c536-595c-4daa-839e-23373e7117c6" providerId="ADAL" clId="{5901AB58-6267-49BA-AE6C-8338B4FEFF8F}" dt="2024-11-11T13:26:22.868" v="97" actId="26606"/>
        <pc:sldMasterMkLst>
          <pc:docMk/>
          <pc:sldMasterMk cId="1506129828" sldId="2147483684"/>
        </pc:sldMasterMkLst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1759879921" sldId="2147483685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3785708233" sldId="2147483686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1051982712" sldId="2147483687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4058974748" sldId="2147483688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2272229014" sldId="2147483689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3392285406" sldId="2147483690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3005004262" sldId="2147483691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4140976628" sldId="2147483692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1257806183" sldId="2147483693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3830219811" sldId="2147483694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3103706316" sldId="2147483695"/>
          </pc:sldLayoutMkLst>
        </pc:sldLayoutChg>
      </pc:sldMasterChg>
      <pc:sldMasterChg chg="add del replId addSldLayout delSldLayout">
        <pc:chgData name="Francesco Luciano Cambria" userId="6da4c536-595c-4daa-839e-23373e7117c6" providerId="ADAL" clId="{5901AB58-6267-49BA-AE6C-8338B4FEFF8F}" dt="2024-11-11T13:27:56.964" v="111" actId="26606"/>
        <pc:sldMasterMkLst>
          <pc:docMk/>
          <pc:sldMasterMk cId="816506023" sldId="2147483696"/>
        </pc:sldMasterMkLst>
        <pc:sldLayoutChg chg="add del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383025247" sldId="2147483697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3982588749" sldId="2147483698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882333334" sldId="2147483699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137916553" sldId="2147483700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58855961" sldId="2147483701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728719199" sldId="2147483702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981346076" sldId="2147483703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419526131" sldId="2147483704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632091590" sldId="2147483705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142410086" sldId="2147483706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1552976691" sldId="2147483707"/>
          </pc:sldLayoutMkLst>
        </pc:sldLayoutChg>
      </pc:sldMasterChg>
      <pc:sldMasterChg chg="add addSldLayout">
        <pc:chgData name="Francesco Luciano Cambria" userId="6da4c536-595c-4daa-839e-23373e7117c6" providerId="ADAL" clId="{5901AB58-6267-49BA-AE6C-8338B4FEFF8F}" dt="2024-11-11T13:27:56.964" v="111" actId="26606"/>
        <pc:sldMasterMkLst>
          <pc:docMk/>
          <pc:sldMasterMk cId="3155826140" sldId="2147483757"/>
        </pc:sldMasterMkLst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1153311839" sldId="2147483746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3861891523" sldId="2147483747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2081973417" sldId="2147483748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671136544" sldId="2147483749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3413374216" sldId="2147483750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149116427" sldId="2147483751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3073178870" sldId="2147483752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3589442710" sldId="2147483753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4114406368" sldId="2147483754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3401691399" sldId="2147483755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1879865632" sldId="2147483756"/>
          </pc:sldLayoutMkLst>
        </pc:sldLayoutChg>
      </pc:sldMasterChg>
      <pc:sldMasterChg chg="add del addSldLayout delSldLayout">
        <pc:chgData name="Francesco Luciano Cambria" userId="6da4c536-595c-4daa-839e-23373e7117c6" providerId="ADAL" clId="{5901AB58-6267-49BA-AE6C-8338B4FEFF8F}" dt="2024-11-11T13:25:53.354" v="96" actId="26606"/>
        <pc:sldMasterMkLst>
          <pc:docMk/>
          <pc:sldMasterMk cId="2989540188" sldId="2147483787"/>
        </pc:sldMasterMkLst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553587963" sldId="2147483776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3756839218" sldId="2147483777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2267823524" sldId="2147483778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829087770" sldId="2147483779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2822345088" sldId="2147483780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1834551984" sldId="2147483781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3879108768" sldId="2147483782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91307009" sldId="2147483783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1629683778" sldId="2147483784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127231286" sldId="2147483785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1777370750" sldId="2147483786"/>
          </pc:sldLayoutMkLst>
        </pc:sldLayoutChg>
      </pc:sldMasterChg>
    </pc:docChg>
  </pc:docChgLst>
  <pc:docChgLst>
    <pc:chgData name="Francesco Luciano Cambria" userId="6da4c536-595c-4daa-839e-23373e7117c6" providerId="ADAL" clId="{5305A5D8-7314-4B3A-A8F7-BD26737A1532}"/>
    <pc:docChg chg="undo redo custSel modSld">
      <pc:chgData name="Francesco Luciano Cambria" userId="6da4c536-595c-4daa-839e-23373e7117c6" providerId="ADAL" clId="{5305A5D8-7314-4B3A-A8F7-BD26737A1532}" dt="2024-11-12T15:11:23.209" v="10" actId="1076"/>
      <pc:docMkLst>
        <pc:docMk/>
      </pc:docMkLst>
      <pc:sldChg chg="modSp mod">
        <pc:chgData name="Francesco Luciano Cambria" userId="6da4c536-595c-4daa-839e-23373e7117c6" providerId="ADAL" clId="{5305A5D8-7314-4B3A-A8F7-BD26737A1532}" dt="2024-11-12T15:11:23.209" v="10" actId="1076"/>
        <pc:sldMkLst>
          <pc:docMk/>
          <pc:sldMk cId="1441636630" sldId="278"/>
        </pc:sldMkLst>
        <pc:spChg chg="mod">
          <ac:chgData name="Francesco Luciano Cambria" userId="6da4c536-595c-4daa-839e-23373e7117c6" providerId="ADAL" clId="{5305A5D8-7314-4B3A-A8F7-BD26737A1532}" dt="2024-11-12T15:11:23.209" v="10" actId="1076"/>
          <ac:spMkLst>
            <pc:docMk/>
            <pc:sldMk cId="1441636630" sldId="278"/>
            <ac:spMk id="13" creationId="{6D7D7859-CB12-3D86-5EA7-E3B47B195ED7}"/>
          </ac:spMkLst>
        </pc:spChg>
      </pc:sldChg>
      <pc:sldChg chg="modSp mod">
        <pc:chgData name="Francesco Luciano Cambria" userId="6da4c536-595c-4daa-839e-23373e7117c6" providerId="ADAL" clId="{5305A5D8-7314-4B3A-A8F7-BD26737A1532}" dt="2024-11-12T15:11:17.521" v="8" actId="6549"/>
        <pc:sldMkLst>
          <pc:docMk/>
          <pc:sldMk cId="1825763872" sldId="284"/>
        </pc:sldMkLst>
        <pc:spChg chg="mod">
          <ac:chgData name="Francesco Luciano Cambria" userId="6da4c536-595c-4daa-839e-23373e7117c6" providerId="ADAL" clId="{5305A5D8-7314-4B3A-A8F7-BD26737A1532}" dt="2024-11-12T15:11:14.500" v="6" actId="14100"/>
          <ac:spMkLst>
            <pc:docMk/>
            <pc:sldMk cId="1825763872" sldId="284"/>
            <ac:spMk id="10" creationId="{294B8B89-D589-17F2-3B1E-A5EDEB7D6407}"/>
          </ac:spMkLst>
        </pc:spChg>
        <pc:spChg chg="mod">
          <ac:chgData name="Francesco Luciano Cambria" userId="6da4c536-595c-4daa-839e-23373e7117c6" providerId="ADAL" clId="{5305A5D8-7314-4B3A-A8F7-BD26737A1532}" dt="2024-11-12T15:11:14.500" v="6" actId="14100"/>
          <ac:spMkLst>
            <pc:docMk/>
            <pc:sldMk cId="1825763872" sldId="284"/>
            <ac:spMk id="11" creationId="{84A5B3D7-4B8B-EE51-87D7-DB7DFDD971E1}"/>
          </ac:spMkLst>
        </pc:spChg>
        <pc:spChg chg="mod">
          <ac:chgData name="Francesco Luciano Cambria" userId="6da4c536-595c-4daa-839e-23373e7117c6" providerId="ADAL" clId="{5305A5D8-7314-4B3A-A8F7-BD26737A1532}" dt="2024-11-12T15:11:17.521" v="8" actId="6549"/>
          <ac:spMkLst>
            <pc:docMk/>
            <pc:sldMk cId="1825763872" sldId="284"/>
            <ac:spMk id="13" creationId="{94F67956-7EDD-3CF2-B937-95DB571E6F0A}"/>
          </ac:spMkLst>
        </pc:spChg>
        <pc:grpChg chg="mod">
          <ac:chgData name="Francesco Luciano Cambria" userId="6da4c536-595c-4daa-839e-23373e7117c6" providerId="ADAL" clId="{5305A5D8-7314-4B3A-A8F7-BD26737A1532}" dt="2024-11-12T15:11:14.500" v="6" actId="14100"/>
          <ac:grpSpMkLst>
            <pc:docMk/>
            <pc:sldMk cId="1825763872" sldId="284"/>
            <ac:grpSpMk id="8" creationId="{79640E3A-DCA3-59E4-0202-AB6A028A483F}"/>
          </ac:grpSpMkLst>
        </pc:grpChg>
      </pc:sldChg>
      <pc:sldChg chg="modSp mod">
        <pc:chgData name="Francesco Luciano Cambria" userId="6da4c536-595c-4daa-839e-23373e7117c6" providerId="ADAL" clId="{5305A5D8-7314-4B3A-A8F7-BD26737A1532}" dt="2024-11-12T15:11:11.803" v="5" actId="20577"/>
        <pc:sldMkLst>
          <pc:docMk/>
          <pc:sldMk cId="2339429440" sldId="297"/>
        </pc:sldMkLst>
        <pc:spChg chg="mod">
          <ac:chgData name="Francesco Luciano Cambria" userId="6da4c536-595c-4daa-839e-23373e7117c6" providerId="ADAL" clId="{5305A5D8-7314-4B3A-A8F7-BD26737A1532}" dt="2024-11-12T15:11:11.803" v="5" actId="20577"/>
          <ac:spMkLst>
            <pc:docMk/>
            <pc:sldMk cId="2339429440" sldId="297"/>
            <ac:spMk id="10" creationId="{5DE6FC48-C2EC-8506-86C7-00685FE336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7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42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0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91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6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7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1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9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73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3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6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66A6-3C10-4AB8-86A1-BB1F0CDA7EFE}" type="datetimeFigureOut">
              <a:rPr lang="en-US" smtClean="0"/>
              <a:pPr/>
              <a:t>11/12/2024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0" r:id="rId6"/>
    <p:sldLayoutId id="2147483746" r:id="rId7"/>
    <p:sldLayoutId id="2147483747" r:id="rId8"/>
    <p:sldLayoutId id="2147483748" r:id="rId9"/>
    <p:sldLayoutId id="2147483749" r:id="rId10"/>
    <p:sldLayoutId id="214748375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A9B06D8-F0B8-433D-814C-0A14E9E87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5C11B-3E11-4734-96C0-4960DAE60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185" y="4143042"/>
            <a:ext cx="3739624" cy="200789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Informatica A </a:t>
            </a:r>
          </a:p>
          <a:p>
            <a:pPr algn="r"/>
            <a:r>
              <a:rPr lang="it-IT" dirty="0"/>
              <a:t>Ingegneria</a:t>
            </a:r>
            <a:r>
              <a:rPr lang="en-US" dirty="0"/>
              <a:t> </a:t>
            </a:r>
            <a:r>
              <a:rPr lang="en-US" dirty="0" err="1"/>
              <a:t>Fisica</a:t>
            </a:r>
            <a:endParaRPr lang="en-US" dirty="0"/>
          </a:p>
        </p:txBody>
      </p:sp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E0C6EECA-C76F-F032-84BC-1CDA8D20B2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833EC-1C77-F2C8-0B60-995F878CB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182313"/>
            <a:ext cx="4604945" cy="2504408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latin typeface="Abadi" panose="020B0604020104020204" pitchFamily="34" charset="0"/>
              </a:rPr>
              <a:t>Laboratorio  </a:t>
            </a:r>
            <a:br>
              <a:rPr lang="en-US" dirty="0">
                <a:latin typeface="Abadi" panose="020B0604020104020204" pitchFamily="34" charset="0"/>
              </a:rPr>
            </a:br>
            <a:r>
              <a:rPr lang="en-US" sz="4000" dirty="0">
                <a:latin typeface="Abadi" panose="020B0604020104020204" pitchFamily="34" charset="0"/>
              </a:rPr>
              <a:t>12-11-2024</a:t>
            </a:r>
            <a:endParaRPr lang="en-US" dirty="0">
              <a:latin typeface="Abadi" panose="020B0604020104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C4C6AC-0137-63A8-D939-3AD47F6B58F0}"/>
              </a:ext>
            </a:extLst>
          </p:cNvPr>
          <p:cNvCxnSpPr>
            <a:cxnSpLocks/>
          </p:cNvCxnSpPr>
          <p:nvPr/>
        </p:nvCxnSpPr>
        <p:spPr>
          <a:xfrm>
            <a:off x="0" y="4652808"/>
            <a:ext cx="535880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422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D4B5C-B450-5EBB-5B34-CA9D5E1C6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31738FB1-2B92-A042-4B72-7C02997A1C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85547F-92AB-8229-06DF-72D87C00D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182313"/>
            <a:ext cx="4604945" cy="2504408"/>
          </a:xfrm>
        </p:spPr>
        <p:txBody>
          <a:bodyPr anchor="ctr">
            <a:normAutofit/>
          </a:bodyPr>
          <a:lstStyle/>
          <a:p>
            <a:pPr algn="r"/>
            <a:r>
              <a:rPr lang="en-US" dirty="0" err="1">
                <a:latin typeface="Abadi" panose="020B0604020104020204" pitchFamily="34" charset="0"/>
              </a:rPr>
              <a:t>Operatori</a:t>
            </a:r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Condizionali</a:t>
            </a:r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321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54BA4-2816-D51D-B3C0-09C565D3E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 err="1"/>
              <a:t>Recap</a:t>
            </a:r>
            <a:r>
              <a:rPr lang="it-IT" dirty="0"/>
              <a:t> (1)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6C97077-640B-4402-47B2-6537A76C4EFB}"/>
              </a:ext>
            </a:extLst>
          </p:cNvPr>
          <p:cNvSpPr txBox="1"/>
          <p:nvPr/>
        </p:nvSpPr>
        <p:spPr>
          <a:xfrm>
            <a:off x="838200" y="1836057"/>
            <a:ext cx="6096000" cy="55194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indent="127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lnSpc>
                <a:spcPct val="103000"/>
              </a:lnSpc>
              <a:spcBef>
                <a:spcPts val="1900"/>
              </a:spcBef>
            </a:pPr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L’operatore condizionale </a:t>
            </a:r>
            <a:r>
              <a:rPr lang="it-IT" altLang="en-US" b="1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if</a:t>
            </a:r>
            <a:r>
              <a:rPr lang="it-IT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permette di eseguire un blocco di codice solo se una certa condizione è vera.</a:t>
            </a: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E162E1D4-1A17-520D-798F-2EB4046AE172}"/>
              </a:ext>
            </a:extLst>
          </p:cNvPr>
          <p:cNvGrpSpPr>
            <a:grpSpLocks/>
          </p:cNvGrpSpPr>
          <p:nvPr/>
        </p:nvGrpSpPr>
        <p:grpSpPr bwMode="auto">
          <a:xfrm>
            <a:off x="2764694" y="2552861"/>
            <a:ext cx="2243012" cy="956038"/>
            <a:chOff x="0" y="0"/>
            <a:chExt cx="2904762" cy="1239741"/>
          </a:xfrm>
        </p:grpSpPr>
        <p:pic>
          <p:nvPicPr>
            <p:cNvPr id="6" name="object 6" descr="object 6">
              <a:extLst>
                <a:ext uri="{FF2B5EF4-FFF2-40B4-BE49-F238E27FC236}">
                  <a16:creationId xmlns:a16="http://schemas.microsoft.com/office/drawing/2014/main" id="{6DFE2A38-4E37-C097-E2C3-91F5279B57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58310"/>
              <a:ext cx="2904763" cy="1181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9F55E1E-FAF0-8804-01F6-AE8980131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45" y="0"/>
              <a:ext cx="1975106" cy="315469"/>
            </a:xfrm>
            <a:prstGeom prst="rect">
              <a:avLst/>
            </a:prstGeom>
            <a:noFill/>
            <a:ln w="19050">
              <a:solidFill>
                <a:srgbClr val="F59F2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19" tIns="45719" rIns="45719" bIns="45719"/>
            <a:lstStyle/>
            <a:p>
              <a:pPr eaLnBrk="1"/>
              <a:endParaRPr lang="it-IT" alt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6A67B8D-950E-E71D-F367-8B480FAF4A5A}"/>
              </a:ext>
            </a:extLst>
          </p:cNvPr>
          <p:cNvSpPr txBox="1"/>
          <p:nvPr/>
        </p:nvSpPr>
        <p:spPr>
          <a:xfrm>
            <a:off x="838200" y="3642730"/>
            <a:ext cx="60959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/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Per utilizzare condizioni più complesse, ci affidiamo agli operatori </a:t>
            </a:r>
            <a:r>
              <a:rPr lang="it-IT" altLang="en-US" dirty="0">
                <a:solidFill>
                  <a:srgbClr val="F59F25"/>
                </a:solidFill>
                <a:latin typeface="Geneva"/>
                <a:ea typeface="Geneva"/>
                <a:cs typeface="Geneva"/>
                <a:sym typeface="Geneva"/>
              </a:rPr>
              <a:t>logici </a:t>
            </a:r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e </a:t>
            </a:r>
            <a:r>
              <a:rPr lang="it-IT" altLang="en-US" dirty="0">
                <a:solidFill>
                  <a:srgbClr val="0061A9"/>
                </a:solidFill>
                <a:latin typeface="Geneva"/>
                <a:ea typeface="Geneva"/>
                <a:cs typeface="Geneva"/>
                <a:sym typeface="Geneva"/>
              </a:rPr>
              <a:t>relazionali</a:t>
            </a:r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, che ritornano un valore di verità {0, 1}.</a:t>
            </a: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4B3E1C31-5F72-1839-0244-921A6B39E5CE}"/>
              </a:ext>
            </a:extLst>
          </p:cNvPr>
          <p:cNvSpPr txBox="1"/>
          <p:nvPr/>
        </p:nvSpPr>
        <p:spPr>
          <a:xfrm>
            <a:off x="1042616" y="4734167"/>
            <a:ext cx="274638" cy="55399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eaLnBrk="1" fontAlgn="auto">
              <a:spcBef>
                <a:spcPts val="100"/>
              </a:spcBef>
              <a:spcAft>
                <a:spcPts val="0"/>
              </a:spcAft>
              <a:defRPr b="1" spc="-25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it-IT" b="1" kern="0" spc="-25" dirty="0">
                <a:latin typeface="Courier New"/>
                <a:ea typeface="Courier New"/>
                <a:cs typeface="Courier New"/>
                <a:sym typeface="Courier New"/>
              </a:rPr>
              <a:t>==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defRPr b="1" spc="-25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it-IT" b="1" kern="0" spc="-25" dirty="0">
                <a:latin typeface="Courier New"/>
                <a:ea typeface="Courier New"/>
                <a:cs typeface="Courier New"/>
                <a:sym typeface="Courier New"/>
              </a:rPr>
              <a:t>!=</a:t>
            </a: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5EAF9712-75B5-3FA0-566B-3E9F2931B851}"/>
              </a:ext>
            </a:extLst>
          </p:cNvPr>
          <p:cNvSpPr txBox="1"/>
          <p:nvPr/>
        </p:nvSpPr>
        <p:spPr>
          <a:xfrm>
            <a:off x="4763754" y="4747139"/>
            <a:ext cx="2028825" cy="10926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endParaRPr lang="it-IT" altLang="en-US" sz="1700" dirty="0">
              <a:latin typeface="Geneva"/>
              <a:ea typeface="Geneva"/>
              <a:cs typeface="Geneva"/>
              <a:sym typeface="Geneva"/>
            </a:endParaRPr>
          </a:p>
          <a:p>
            <a:pPr eaLnBrk="1"/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AND logico </a:t>
            </a:r>
          </a:p>
          <a:p>
            <a:pPr eaLnBrk="1"/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OR logico </a:t>
            </a:r>
          </a:p>
          <a:p>
            <a:pPr eaLnBrk="1"/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NOT logico</a:t>
            </a:r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95EB01AD-B2EA-40E1-53DE-60F8A6B92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604" y="5411233"/>
            <a:ext cx="1365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1">
              <a:spcBef>
                <a:spcPts val="100"/>
              </a:spcBef>
            </a:pPr>
            <a:r>
              <a:rPr lang="it-IT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&gt;</a:t>
            </a:r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DDCB5D0E-FB5C-C925-B19F-3328A727CD42}"/>
              </a:ext>
            </a:extLst>
          </p:cNvPr>
          <p:cNvSpPr txBox="1"/>
          <p:nvPr/>
        </p:nvSpPr>
        <p:spPr>
          <a:xfrm>
            <a:off x="1053249" y="5820787"/>
            <a:ext cx="274638" cy="83099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eaLnBrk="1" fontAlgn="auto">
              <a:spcBef>
                <a:spcPts val="100"/>
              </a:spcBef>
              <a:spcAft>
                <a:spcPts val="0"/>
              </a:spcAft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it-IT" b="1" kern="0" dirty="0">
                <a:latin typeface="Courier New"/>
                <a:ea typeface="Courier New"/>
                <a:cs typeface="Courier New"/>
                <a:sym typeface="Courier New"/>
              </a:rPr>
              <a:t>&lt;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defRPr b="1" spc="-25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it-IT" b="1" kern="0" spc="-25" dirty="0">
                <a:latin typeface="Courier New"/>
                <a:ea typeface="Courier New"/>
                <a:cs typeface="Courier New"/>
                <a:sym typeface="Courier New"/>
              </a:rPr>
              <a:t>&gt;=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defRPr b="1" spc="-25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it-IT" b="1" kern="0" spc="-25" dirty="0">
                <a:latin typeface="Courier New"/>
                <a:ea typeface="Courier New"/>
                <a:cs typeface="Courier New"/>
                <a:sym typeface="Courier New"/>
              </a:rPr>
              <a:t>&lt;=</a:t>
            </a:r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A21E06E3-6404-04E8-F3F7-783EF14CD11B}"/>
              </a:ext>
            </a:extLst>
          </p:cNvPr>
          <p:cNvSpPr txBox="1"/>
          <p:nvPr/>
        </p:nvSpPr>
        <p:spPr>
          <a:xfrm>
            <a:off x="4226656" y="4995734"/>
            <a:ext cx="298450" cy="83099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 eaLnBrk="1" fontAlgn="auto">
              <a:spcBef>
                <a:spcPts val="100"/>
              </a:spcBef>
              <a:spcAft>
                <a:spcPts val="0"/>
              </a:spcAft>
              <a:defRPr b="1" spc="-25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it-IT" b="1" kern="0" spc="-25" dirty="0">
                <a:latin typeface="Courier New"/>
                <a:ea typeface="Courier New"/>
                <a:cs typeface="Courier New"/>
                <a:sym typeface="Courier New"/>
              </a:rPr>
              <a:t>&amp;&amp;</a:t>
            </a:r>
          </a:p>
          <a:p>
            <a:pPr indent="12700" eaLnBrk="1" fontAlgn="auto">
              <a:spcBef>
                <a:spcPts val="0"/>
              </a:spcBef>
              <a:spcAft>
                <a:spcPts val="0"/>
              </a:spcAft>
              <a:defRPr b="1" spc="-25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it-IT" b="1" kern="0" spc="-25" dirty="0">
                <a:latin typeface="Courier New"/>
                <a:ea typeface="Courier New"/>
                <a:cs typeface="Courier New"/>
                <a:sym typeface="Courier New"/>
              </a:rPr>
              <a:t>||</a:t>
            </a:r>
          </a:p>
          <a:p>
            <a:pPr indent="12700" eaLnBrk="1" fontAlgn="auto">
              <a:spcBef>
                <a:spcPts val="0"/>
              </a:spcBef>
              <a:spcAft>
                <a:spcPts val="0"/>
              </a:spcAft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it-IT" b="1" kern="0" dirty="0">
                <a:latin typeface="Courier New"/>
                <a:ea typeface="Courier New"/>
                <a:cs typeface="Courier New"/>
                <a:sym typeface="Courier New"/>
              </a:rPr>
              <a:t>!</a:t>
            </a:r>
          </a:p>
        </p:txBody>
      </p:sp>
      <p:sp>
        <p:nvSpPr>
          <p:cNvPr id="22" name="object 10">
            <a:extLst>
              <a:ext uri="{FF2B5EF4-FFF2-40B4-BE49-F238E27FC236}">
                <a16:creationId xmlns:a16="http://schemas.microsoft.com/office/drawing/2014/main" id="{17D462F2-4EA7-9733-7C3D-F641E9738D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2912" y="4781834"/>
            <a:ext cx="0" cy="1798057"/>
          </a:xfrm>
          <a:prstGeom prst="line">
            <a:avLst/>
          </a:prstGeom>
          <a:noFill/>
          <a:ln w="19050">
            <a:solidFill>
              <a:srgbClr val="0061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it-IT" dirty="0"/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D0A5A988-429A-56CB-F19A-DF450963F8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9019" y="5025897"/>
            <a:ext cx="0" cy="785812"/>
          </a:xfrm>
          <a:prstGeom prst="line">
            <a:avLst/>
          </a:prstGeom>
          <a:noFill/>
          <a:ln w="19050">
            <a:solidFill>
              <a:srgbClr val="F59F2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it-IT" dirty="0"/>
          </a:p>
        </p:txBody>
      </p:sp>
      <p:pic>
        <p:nvPicPr>
          <p:cNvPr id="24" name="object 9" descr="object 9">
            <a:extLst>
              <a:ext uri="{FF2B5EF4-FFF2-40B4-BE49-F238E27FC236}">
                <a16:creationId xmlns:a16="http://schemas.microsoft.com/office/drawing/2014/main" id="{6B977F26-972C-F6CF-7602-2F6BCA298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431" y="1064149"/>
            <a:ext cx="2292350" cy="488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5" name="object 6">
            <a:extLst>
              <a:ext uri="{FF2B5EF4-FFF2-40B4-BE49-F238E27FC236}">
                <a16:creationId xmlns:a16="http://schemas.microsoft.com/office/drawing/2014/main" id="{64530B8D-A1F1-82D6-BB29-5C4E02BC54EF}"/>
              </a:ext>
            </a:extLst>
          </p:cNvPr>
          <p:cNvSpPr txBox="1"/>
          <p:nvPr/>
        </p:nvSpPr>
        <p:spPr>
          <a:xfrm>
            <a:off x="1488223" y="4664875"/>
            <a:ext cx="2292348" cy="204671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indent="127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indent="0" eaLnBrk="1">
              <a:spcBef>
                <a:spcPts val="600"/>
              </a:spcBef>
            </a:pPr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uguale a</a:t>
            </a:r>
          </a:p>
          <a:p>
            <a:pPr indent="0" eaLnBrk="1">
              <a:spcBef>
                <a:spcPts val="600"/>
              </a:spcBef>
            </a:pPr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diverso da </a:t>
            </a:r>
          </a:p>
          <a:p>
            <a:pPr indent="0" eaLnBrk="1">
              <a:spcBef>
                <a:spcPts val="600"/>
              </a:spcBef>
            </a:pPr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maggiore di </a:t>
            </a:r>
          </a:p>
          <a:p>
            <a:pPr indent="0" eaLnBrk="1">
              <a:spcBef>
                <a:spcPts val="600"/>
              </a:spcBef>
            </a:pPr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minore di</a:t>
            </a:r>
          </a:p>
          <a:p>
            <a:pPr indent="0" eaLnBrk="1">
              <a:spcBef>
                <a:spcPts val="600"/>
              </a:spcBef>
            </a:pPr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maggiore o uguale a</a:t>
            </a:r>
          </a:p>
          <a:p>
            <a:pPr indent="0" eaLnBrk="1">
              <a:spcBef>
                <a:spcPts val="600"/>
              </a:spcBef>
            </a:pPr>
            <a:r>
              <a:rPr lang="it-IT" altLang="en-US" dirty="0">
                <a:latin typeface="Geneva"/>
                <a:ea typeface="Geneva"/>
                <a:cs typeface="Geneva"/>
                <a:sym typeface="Geneva"/>
              </a:rPr>
              <a:t>minore o uguale a</a:t>
            </a:r>
          </a:p>
        </p:txBody>
      </p:sp>
    </p:spTree>
    <p:extLst>
      <p:ext uri="{BB962C8B-B14F-4D97-AF65-F5344CB8AC3E}">
        <p14:creationId xmlns:p14="http://schemas.microsoft.com/office/powerpoint/2010/main" val="263307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02F7C-E097-5480-D75F-F23A3503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0BCA-12A6-9B52-7C53-DE7A0FA0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 err="1"/>
              <a:t>Recap</a:t>
            </a:r>
            <a:r>
              <a:rPr lang="it-IT" dirty="0"/>
              <a:t> (2)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099F14-2E6D-5E65-C606-97D0C8EB254B}"/>
              </a:ext>
            </a:extLst>
          </p:cNvPr>
          <p:cNvSpPr txBox="1"/>
          <p:nvPr/>
        </p:nvSpPr>
        <p:spPr>
          <a:xfrm>
            <a:off x="838200" y="1836057"/>
            <a:ext cx="5061857" cy="83728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indent="127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>
              <a:lnSpc>
                <a:spcPct val="103000"/>
              </a:lnSpc>
              <a:spcBef>
                <a:spcPts val="19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L’operatore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if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può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essere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esteso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per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comprendere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vari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rami del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flusso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di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esecuzione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condizionatamente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a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più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di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una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condizione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</a:t>
            </a:r>
            <a:endParaRPr lang="it-IT" altLang="en-US" dirty="0">
              <a:latin typeface="Geneva"/>
              <a:ea typeface="Geneva"/>
              <a:cs typeface="Geneva"/>
              <a:sym typeface="Geneva"/>
            </a:endParaRPr>
          </a:p>
        </p:txBody>
      </p:sp>
      <p:pic>
        <p:nvPicPr>
          <p:cNvPr id="3" name="object 6" descr="object 6">
            <a:extLst>
              <a:ext uri="{FF2B5EF4-FFF2-40B4-BE49-F238E27FC236}">
                <a16:creationId xmlns:a16="http://schemas.microsoft.com/office/drawing/2014/main" id="{4CAD8D1D-2374-32A3-0176-91DE0F651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29000"/>
            <a:ext cx="2214685" cy="1880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8" name="object 5" descr="object 5">
            <a:extLst>
              <a:ext uri="{FF2B5EF4-FFF2-40B4-BE49-F238E27FC236}">
                <a16:creationId xmlns:a16="http://schemas.microsoft.com/office/drawing/2014/main" id="{2DE5FD76-F280-8DEE-AB74-D70C6BD34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616" y="2818687"/>
            <a:ext cx="2597384" cy="310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C6402293-5AFF-2536-0D44-EA5026051EAB}"/>
              </a:ext>
            </a:extLst>
          </p:cNvPr>
          <p:cNvSpPr txBox="1"/>
          <p:nvPr/>
        </p:nvSpPr>
        <p:spPr>
          <a:xfrm>
            <a:off x="6096000" y="1690707"/>
            <a:ext cx="5257800" cy="138146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marL="396875" indent="-384175">
              <a:tabLst>
                <a:tab pos="965200" algn="l"/>
                <a:tab pos="1346200" algn="l"/>
                <a:tab pos="1993900" algn="l"/>
                <a:tab pos="2298700" algn="l"/>
                <a:tab pos="2794000" algn="l"/>
                <a:tab pos="3568700" algn="l"/>
                <a:tab pos="3886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>
              <a:tabLst>
                <a:tab pos="965200" algn="l"/>
                <a:tab pos="1346200" algn="l"/>
                <a:tab pos="1993900" algn="l"/>
                <a:tab pos="2298700" algn="l"/>
                <a:tab pos="2794000" algn="l"/>
                <a:tab pos="3568700" algn="l"/>
                <a:tab pos="3886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>
              <a:tabLst>
                <a:tab pos="965200" algn="l"/>
                <a:tab pos="1346200" algn="l"/>
                <a:tab pos="1993900" algn="l"/>
                <a:tab pos="2298700" algn="l"/>
                <a:tab pos="2794000" algn="l"/>
                <a:tab pos="3568700" algn="l"/>
                <a:tab pos="3886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>
              <a:tabLst>
                <a:tab pos="965200" algn="l"/>
                <a:tab pos="1346200" algn="l"/>
                <a:tab pos="1993900" algn="l"/>
                <a:tab pos="2298700" algn="l"/>
                <a:tab pos="2794000" algn="l"/>
                <a:tab pos="3568700" algn="l"/>
                <a:tab pos="3886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>
              <a:tabLst>
                <a:tab pos="965200" algn="l"/>
                <a:tab pos="1346200" algn="l"/>
                <a:tab pos="1993900" algn="l"/>
                <a:tab pos="2298700" algn="l"/>
                <a:tab pos="2794000" algn="l"/>
                <a:tab pos="3568700" algn="l"/>
                <a:tab pos="3886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65200" algn="l"/>
                <a:tab pos="1346200" algn="l"/>
                <a:tab pos="1993900" algn="l"/>
                <a:tab pos="2298700" algn="l"/>
                <a:tab pos="2794000" algn="l"/>
                <a:tab pos="3568700" algn="l"/>
                <a:tab pos="3886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65200" algn="l"/>
                <a:tab pos="1346200" algn="l"/>
                <a:tab pos="1993900" algn="l"/>
                <a:tab pos="2298700" algn="l"/>
                <a:tab pos="2794000" algn="l"/>
                <a:tab pos="3568700" algn="l"/>
                <a:tab pos="3886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65200" algn="l"/>
                <a:tab pos="1346200" algn="l"/>
                <a:tab pos="1993900" algn="l"/>
                <a:tab pos="2298700" algn="l"/>
                <a:tab pos="2794000" algn="l"/>
                <a:tab pos="3568700" algn="l"/>
                <a:tab pos="3886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65200" algn="l"/>
                <a:tab pos="1346200" algn="l"/>
                <a:tab pos="1993900" algn="l"/>
                <a:tab pos="2298700" algn="l"/>
                <a:tab pos="2794000" algn="l"/>
                <a:tab pos="3568700" algn="l"/>
                <a:tab pos="3886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>
              <a:lnSpc>
                <a:spcPct val="101000"/>
              </a:lnSpc>
            </a:pP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	Solo	un	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ramo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	in	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una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	catena	di	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if, else if, else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può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essere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eseguito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Anche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più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condizioni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sono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verificate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solo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ramo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corrispondente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alla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prima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condizione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vera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sarà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eseguito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</a:t>
            </a:r>
          </a:p>
        </p:txBody>
      </p:sp>
      <p:pic>
        <p:nvPicPr>
          <p:cNvPr id="15" name="object 6" descr="object 6">
            <a:extLst>
              <a:ext uri="{FF2B5EF4-FFF2-40B4-BE49-F238E27FC236}">
                <a16:creationId xmlns:a16="http://schemas.microsoft.com/office/drawing/2014/main" id="{4E66BD02-1CE1-3BB3-1610-364E23CD0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677" y="3429000"/>
            <a:ext cx="1889144" cy="2784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6" name="object 7" descr="object 7">
            <a:extLst>
              <a:ext uri="{FF2B5EF4-FFF2-40B4-BE49-F238E27FC236}">
                <a16:creationId xmlns:a16="http://schemas.microsoft.com/office/drawing/2014/main" id="{1DC39B35-3654-E6BC-48A4-16A142E5D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683" y="3652097"/>
            <a:ext cx="3479524" cy="165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195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FAA91-47A0-9D83-D3DD-B74016BC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B9F7-F069-2647-FC48-AC6B26E7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91468F65-3435-C4A3-C237-5DBC1865C7FE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3997842" cy="1020762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58C3373A-16C3-7F39-BD03-7423AE4B1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5E75C233-498E-45EC-C6E4-A7E1B1AE4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5D6C8D09-8022-1833-CC90-9F2E8E626386}"/>
              </a:ext>
            </a:extLst>
          </p:cNvPr>
          <p:cNvSpPr txBox="1"/>
          <p:nvPr/>
        </p:nvSpPr>
        <p:spPr>
          <a:xfrm>
            <a:off x="1073887" y="2035287"/>
            <a:ext cx="3636335" cy="83099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chiede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all’utente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due numeri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interi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stampa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più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grande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tra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due.</a:t>
            </a:r>
          </a:p>
        </p:txBody>
      </p:sp>
    </p:spTree>
    <p:extLst>
      <p:ext uri="{BB962C8B-B14F-4D97-AF65-F5344CB8AC3E}">
        <p14:creationId xmlns:p14="http://schemas.microsoft.com/office/powerpoint/2010/main" val="172860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D0E35-F915-C9E4-96B6-6B0D5D9D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86EC-6844-243C-88AD-783296E1E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2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9F3F40FA-FB43-EEC2-0CFB-BC323B96FC1A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5170968" cy="1020762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FB492800-7C1A-B3EE-6772-D7E2B9963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F33DDC53-0ABA-9505-8C0D-18163CB5F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C807F30E-9BDF-1190-0EFF-3CEDE3C6D9F2}"/>
              </a:ext>
            </a:extLst>
          </p:cNvPr>
          <p:cNvSpPr txBox="1"/>
          <p:nvPr/>
        </p:nvSpPr>
        <p:spPr>
          <a:xfrm>
            <a:off x="1073888" y="2035287"/>
            <a:ext cx="4880346" cy="83099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chiede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in input  due  numeri 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interi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 </a:t>
            </a:r>
            <a:r>
              <a:rPr lang="en-US" altLang="en-US" u="sng" dirty="0" err="1">
                <a:latin typeface="Geneva"/>
                <a:ea typeface="Geneva"/>
                <a:cs typeface="Geneva"/>
                <a:sym typeface="Geneva"/>
              </a:rPr>
              <a:t>positivi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 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stabilisce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sono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oppure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no uno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multiplo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dell'altro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8244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57CD1-6B40-6D4D-63E3-3DDEC67F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37DB-073C-E90D-531D-BB72A0B28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3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39463A31-9756-2531-947F-20269D547CC3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4"/>
            <a:ext cx="8984512" cy="1325563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C4CC4943-D581-1589-CC88-BD44EFC1D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EAF3A6BC-D66D-520E-6A4D-1766F4137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38497B6F-A093-B705-3049-56D86EAA3ECA}"/>
              </a:ext>
            </a:extLst>
          </p:cNvPr>
          <p:cNvSpPr txBox="1"/>
          <p:nvPr/>
        </p:nvSpPr>
        <p:spPr>
          <a:xfrm>
            <a:off x="1073887" y="2035287"/>
            <a:ext cx="8729331" cy="109260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presi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in input due numeri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interi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u="sng" dirty="0" err="1">
                <a:latin typeface="Geneva"/>
                <a:ea typeface="Geneva"/>
                <a:cs typeface="Geneva"/>
                <a:sym typeface="Geneva"/>
              </a:rPr>
              <a:t>positivi</a:t>
            </a:r>
            <a:r>
              <a:rPr lang="en-US" altLang="en-US" u="sng" dirty="0">
                <a:latin typeface="Geneva"/>
                <a:ea typeface="Geneva"/>
                <a:cs typeface="Geneva"/>
                <a:sym typeface="Geneva"/>
              </a:rPr>
              <a:t> o nulli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indica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all'utente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se il loro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rapporto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maggiore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minore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o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uguale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a 1.</a:t>
            </a:r>
          </a:p>
          <a:p>
            <a:pPr eaLnBrk="1"/>
            <a:endParaRPr lang="en-US" altLang="en-US" sz="1700" dirty="0">
              <a:latin typeface="Geneva"/>
              <a:ea typeface="Geneva"/>
              <a:cs typeface="Geneva"/>
              <a:sym typeface="Geneva"/>
            </a:endParaRPr>
          </a:p>
          <a:p>
            <a:pPr algn="just" eaLnBrk="1"/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CHALLENGE: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risolvere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senza far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calcolare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al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rapporto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tra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numeri.</a:t>
            </a:r>
          </a:p>
        </p:txBody>
      </p:sp>
    </p:spTree>
    <p:extLst>
      <p:ext uri="{BB962C8B-B14F-4D97-AF65-F5344CB8AC3E}">
        <p14:creationId xmlns:p14="http://schemas.microsoft.com/office/powerpoint/2010/main" val="1259984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D92ED-5D1B-E6CF-6441-98304200F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C3C4-0B0A-6BD1-76A6-12DCC5E8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4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2F04DB7B-80EF-A52F-9A6A-9372F9DCD2F1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4"/>
            <a:ext cx="6496494" cy="836633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E48D7C62-1474-2467-AEEE-56539D40E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59B30ECF-D956-0670-B65C-922DEA66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A8919C86-52C8-BC32-5DB6-4B3D7FED0BA2}"/>
              </a:ext>
            </a:extLst>
          </p:cNvPr>
          <p:cNvSpPr txBox="1"/>
          <p:nvPr/>
        </p:nvSpPr>
        <p:spPr>
          <a:xfrm>
            <a:off x="1073887" y="2035287"/>
            <a:ext cx="6241313" cy="55399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chiede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all’utente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tre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numeri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interi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stampa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tre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numeri in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ordine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decrescente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006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34F3C-61FA-FB62-A39C-2A6A430E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18AE-0FC1-D9B9-32CB-B19CF196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5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71E216AA-89C7-502D-377C-C69AD5BBDEDB}"/>
              </a:ext>
            </a:extLst>
          </p:cNvPr>
          <p:cNvGrpSpPr>
            <a:grpSpLocks/>
          </p:cNvGrpSpPr>
          <p:nvPr/>
        </p:nvGrpSpPr>
        <p:grpSpPr bwMode="auto">
          <a:xfrm>
            <a:off x="925030" y="1940404"/>
            <a:ext cx="10770783" cy="1566364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9170FF37-D487-C5CB-0EED-EC070AA3F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2100969D-55B1-C0D9-4A14-F5A843B89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9C266C7B-E088-7699-E534-86FF6E0F38AD}"/>
              </a:ext>
            </a:extLst>
          </p:cNvPr>
          <p:cNvSpPr txBox="1"/>
          <p:nvPr/>
        </p:nvSpPr>
        <p:spPr>
          <a:xfrm>
            <a:off x="1073887" y="2035287"/>
            <a:ext cx="9537406" cy="13849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richiede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in input la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lunghezza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dei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tre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lati di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triangolo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Verificare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numeri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inseriti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posso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effettivamente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rappresentare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lati di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triangolo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(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suggerimento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: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cosa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dice la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disuguaglianza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triangolare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?). In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caso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negativo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visualizzare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messaggio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di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errore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 In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caso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affermativo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stabilire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se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triangolo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 è 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equilatero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isoscele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 o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scaleno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calcolarne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perimetro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08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422A4-F0E0-AD7D-1424-51ED4074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86A4049E-C7FE-85CE-2D61-73718D7B9C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41E1CE-AA80-D887-DA65-3E4AA36F7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043040"/>
            <a:ext cx="4604945" cy="4771920"/>
          </a:xfrm>
        </p:spPr>
        <p:txBody>
          <a:bodyPr anchor="ctr">
            <a:normAutofit/>
          </a:bodyPr>
          <a:lstStyle/>
          <a:p>
            <a:pPr algn="r"/>
            <a:r>
              <a:rPr lang="en-US" dirty="0" err="1">
                <a:latin typeface="Abadi" panose="020B0604020104020204" pitchFamily="34" charset="0"/>
              </a:rPr>
              <a:t>Operatori</a:t>
            </a:r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Condizionali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sz="4400" dirty="0" err="1">
                <a:latin typeface="Abadi" panose="020B0604020104020204" pitchFamily="34" charset="0"/>
              </a:rPr>
              <a:t>Esercizi</a:t>
            </a:r>
            <a:r>
              <a:rPr lang="en-US" sz="4400" dirty="0">
                <a:latin typeface="Abadi" panose="020B0604020104020204" pitchFamily="34" charset="0"/>
              </a:rPr>
              <a:t> </a:t>
            </a:r>
            <a:r>
              <a:rPr lang="en-US" sz="4400" dirty="0" err="1">
                <a:latin typeface="Abadi" panose="020B0604020104020204" pitchFamily="34" charset="0"/>
              </a:rPr>
              <a:t>Aggiuntivi</a:t>
            </a:r>
            <a:endParaRPr lang="en-US" dirty="0">
              <a:latin typeface="Abadi" panose="020B0604020104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094A8E-70AB-00C6-D284-F98C972373F7}"/>
              </a:ext>
            </a:extLst>
          </p:cNvPr>
          <p:cNvCxnSpPr>
            <a:cxnSpLocks/>
          </p:cNvCxnSpPr>
          <p:nvPr/>
        </p:nvCxnSpPr>
        <p:spPr>
          <a:xfrm>
            <a:off x="0" y="4376358"/>
            <a:ext cx="535880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009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C076-EAB4-B6F0-23CA-18181E6C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60B80-4FB5-7A12-ACED-F137B4BA1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637367"/>
          </a:xfrm>
        </p:spPr>
        <p:txBody>
          <a:bodyPr>
            <a:normAutofit fontScale="90000"/>
          </a:bodyPr>
          <a:lstStyle/>
          <a:p>
            <a:r>
              <a:rPr lang="it-IT" sz="4600" dirty="0"/>
              <a:t>Esercizio</a:t>
            </a:r>
            <a:r>
              <a:rPr lang="it-IT" dirty="0"/>
              <a:t> 6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9B83D3FD-562B-F216-D674-AFE5F4CE7D4A}"/>
              </a:ext>
            </a:extLst>
          </p:cNvPr>
          <p:cNvGrpSpPr>
            <a:grpSpLocks/>
          </p:cNvGrpSpPr>
          <p:nvPr/>
        </p:nvGrpSpPr>
        <p:grpSpPr bwMode="auto">
          <a:xfrm>
            <a:off x="912629" y="1002510"/>
            <a:ext cx="8380228" cy="1754325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86920D85-6A8B-44CA-1ED0-19FBA7A46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3EE1B5B8-5A87-D3EC-2ED4-6D068BE64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F8BDC0A-B874-BA69-9B64-87A485687516}"/>
              </a:ext>
            </a:extLst>
          </p:cNvPr>
          <p:cNvSpPr txBox="1"/>
          <p:nvPr/>
        </p:nvSpPr>
        <p:spPr>
          <a:xfrm>
            <a:off x="1007434" y="1002511"/>
            <a:ext cx="90084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chiede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in input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all'utente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numero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indica se:</a:t>
            </a:r>
          </a:p>
          <a:p>
            <a:pPr eaLnBrk="1">
              <a:buSzPct val="100000"/>
              <a:buFontTx/>
              <a:buAutoNum type="arabicPeriod"/>
            </a:pP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numero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è zero</a:t>
            </a:r>
          </a:p>
          <a:p>
            <a:pPr eaLnBrk="1">
              <a:buSzPct val="100000"/>
              <a:buFontTx/>
              <a:buAutoNum type="arabicPeriod"/>
            </a:pP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numero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positivo</a:t>
            </a: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  <a:p>
            <a:pPr eaLnBrk="1">
              <a:buSzPct val="100000"/>
              <a:buFontTx/>
              <a:buAutoNum type="arabicPeriod"/>
            </a:pP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numero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pari</a:t>
            </a: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  <a:p>
            <a:pPr eaLnBrk="1">
              <a:buSzPct val="100000"/>
              <a:buFontTx/>
              <a:buAutoNum type="arabicPeriod"/>
            </a:pP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numero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è a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tre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cifre</a:t>
            </a: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  <a:p>
            <a:pPr eaLnBrk="1">
              <a:buSzPct val="100000"/>
              <a:buFontTx/>
              <a:buAutoNum type="arabicPeriod"/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L’ultima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cifra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maggiore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di 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9FB2EF9-9438-EACA-B6FC-A62069DEC572}"/>
              </a:ext>
            </a:extLst>
          </p:cNvPr>
          <p:cNvSpPr txBox="1">
            <a:spLocks/>
          </p:cNvSpPr>
          <p:nvPr/>
        </p:nvSpPr>
        <p:spPr>
          <a:xfrm>
            <a:off x="763772" y="3429000"/>
            <a:ext cx="10515600" cy="6373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it-IT" dirty="0"/>
              <a:t>Esercizio 7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69CD03AC-31FB-9393-7C79-58D3DC88C612}"/>
              </a:ext>
            </a:extLst>
          </p:cNvPr>
          <p:cNvGrpSpPr>
            <a:grpSpLocks/>
          </p:cNvGrpSpPr>
          <p:nvPr/>
        </p:nvGrpSpPr>
        <p:grpSpPr bwMode="auto">
          <a:xfrm>
            <a:off x="912631" y="4209415"/>
            <a:ext cx="10921406" cy="1754325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93AA253C-6575-6EF8-74F2-904E417AB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9A681877-8E76-9A51-66E8-F59C79023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4BE5500-6B64-AF92-3D6A-FBCDD7532B87}"/>
              </a:ext>
            </a:extLst>
          </p:cNvPr>
          <p:cNvSpPr txBox="1"/>
          <p:nvPr/>
        </p:nvSpPr>
        <p:spPr>
          <a:xfrm>
            <a:off x="1007434" y="4257009"/>
            <a:ext cx="10688380" cy="167481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per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aiutare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furbi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del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cartellino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</a:t>
            </a:r>
          </a:p>
          <a:p>
            <a:pPr algn="just" eaLnBrk="1"/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acquisisce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numero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di ore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effettuate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stampa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a video “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Numero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di ore di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lavoro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:” con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numero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di ore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eﬀettive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pari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a n +3. Per non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farsi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beccare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però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se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numero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di ore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inferiore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a 4,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numero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viene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aumentato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solo del 10%  </a:t>
            </a:r>
          </a:p>
          <a:p>
            <a:pPr algn="just" eaLnBrk="1"/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  <a:p>
            <a:pPr algn="just" eaLnBrk="1">
              <a:spcBef>
                <a:spcPts val="100"/>
              </a:spcBef>
            </a:pP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risultato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deve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essere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stampato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formato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orario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quindi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4,5 ore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diventa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4:30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A937CD-8057-A34F-9424-2DF1BD7D8F09}"/>
              </a:ext>
            </a:extLst>
          </p:cNvPr>
          <p:cNvCxnSpPr>
            <a:cxnSpLocks/>
          </p:cNvCxnSpPr>
          <p:nvPr/>
        </p:nvCxnSpPr>
        <p:spPr>
          <a:xfrm>
            <a:off x="0" y="3238675"/>
            <a:ext cx="1183403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044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08EBA-C6ED-9919-B097-D44F7C8D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BE31-A597-EF9D-4012-68D6F097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637367"/>
          </a:xfrm>
        </p:spPr>
        <p:txBody>
          <a:bodyPr>
            <a:normAutofit fontScale="90000"/>
          </a:bodyPr>
          <a:lstStyle/>
          <a:p>
            <a:r>
              <a:rPr lang="it-IT" sz="4600" dirty="0"/>
              <a:t>Esercizio</a:t>
            </a:r>
            <a:r>
              <a:rPr lang="it-IT" dirty="0"/>
              <a:t> 8</a:t>
            </a: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A674B513-AAE6-5E19-CED9-1B06CCF00738}"/>
              </a:ext>
            </a:extLst>
          </p:cNvPr>
          <p:cNvGrpSpPr>
            <a:grpSpLocks/>
          </p:cNvGrpSpPr>
          <p:nvPr/>
        </p:nvGrpSpPr>
        <p:grpSpPr bwMode="auto">
          <a:xfrm>
            <a:off x="763772" y="1381155"/>
            <a:ext cx="10921406" cy="1936203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F10E28CB-09C7-F9E2-0447-92D48BEA8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5D1829AB-4D0D-F568-63B5-0DB80DFED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3" name="object 6">
            <a:extLst>
              <a:ext uri="{FF2B5EF4-FFF2-40B4-BE49-F238E27FC236}">
                <a16:creationId xmlns:a16="http://schemas.microsoft.com/office/drawing/2014/main" id="{66AA6A50-AC9B-ED23-47AA-EAAABE5AAB40}"/>
              </a:ext>
            </a:extLst>
          </p:cNvPr>
          <p:cNvSpPr txBox="1"/>
          <p:nvPr/>
        </p:nvSpPr>
        <p:spPr>
          <a:xfrm>
            <a:off x="946298" y="1528763"/>
            <a:ext cx="10481930" cy="164660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acquisitor un anno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dall’utente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stabilisca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questo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bisestile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</a:t>
            </a:r>
          </a:p>
          <a:p>
            <a:pPr eaLnBrk="1"/>
            <a:endParaRPr lang="en-US" altLang="en-US" sz="1700" dirty="0">
              <a:latin typeface="Geneva"/>
              <a:ea typeface="Geneva"/>
              <a:cs typeface="Geneva"/>
              <a:sym typeface="Geneva"/>
            </a:endParaRPr>
          </a:p>
          <a:p>
            <a:pPr eaLnBrk="1"/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Procedura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per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determinare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se un anno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bisestile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:</a:t>
            </a:r>
          </a:p>
          <a:p>
            <a:pPr eaLnBrk="1">
              <a:buSzPct val="100000"/>
              <a:buFontTx/>
              <a:buAutoNum type="arabicPeriod"/>
            </a:pP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Se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divisibile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per 4,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vai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allo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step 2,altrimenti non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bisestile</a:t>
            </a: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  <a:p>
            <a:pPr eaLnBrk="1">
              <a:buSzPct val="100000"/>
              <a:buFontTx/>
              <a:buAutoNum type="arabicPeriod" startAt="2"/>
            </a:pP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Se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divisibile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per 100,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vai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allo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step 3,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altrimenti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bisestile</a:t>
            </a: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  <a:p>
            <a:pPr eaLnBrk="1">
              <a:buSzPct val="100000"/>
              <a:buFontTx/>
              <a:buAutoNum type="arabicPeriod" startAt="2"/>
            </a:pP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Se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divisibile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per 400, è	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bisestile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altrimenti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non è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bisestile</a:t>
            </a: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</p:spTree>
    <p:extLst>
      <p:ext uri="{BB962C8B-B14F-4D97-AF65-F5344CB8AC3E}">
        <p14:creationId xmlns:p14="http://schemas.microsoft.com/office/powerpoint/2010/main" val="2945828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2916-D119-C22D-DF62-6AFE1A63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473C6636-B453-A251-1398-2AF42AEECC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6E16E-E63F-99F8-83CA-7CA2A0EDB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043040"/>
            <a:ext cx="4604945" cy="4771920"/>
          </a:xfrm>
        </p:spPr>
        <p:txBody>
          <a:bodyPr anchor="ctr">
            <a:normAutofit/>
          </a:bodyPr>
          <a:lstStyle/>
          <a:p>
            <a:pPr algn="r"/>
            <a:r>
              <a:rPr lang="en-US" dirty="0" err="1">
                <a:latin typeface="Abadi" panose="020B0604020104020204" pitchFamily="34" charset="0"/>
              </a:rPr>
              <a:t>Operatori</a:t>
            </a:r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Condizionali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Soluzioni</a:t>
            </a:r>
            <a:endParaRPr lang="en-US" dirty="0">
              <a:latin typeface="Abadi" panose="020B0604020104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08A1979-18B2-B450-58D3-E3C2E25AA664}"/>
              </a:ext>
            </a:extLst>
          </p:cNvPr>
          <p:cNvCxnSpPr>
            <a:cxnSpLocks/>
          </p:cNvCxnSpPr>
          <p:nvPr/>
        </p:nvCxnSpPr>
        <p:spPr>
          <a:xfrm>
            <a:off x="0" y="4376358"/>
            <a:ext cx="535880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301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A3BE3-A7AD-5322-F3FE-3EAFBE057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AA75-B210-D2E5-F810-2719ED530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1 - Soluzioni 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D3263A1E-9699-1A21-0966-0A72A384570A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3997842" cy="1020762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575F66FD-DF63-275C-0843-0347C60A9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8323F02B-DC7D-3CCE-784B-7490E6BD5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44F5B045-737B-F275-025F-A0889079A0C2}"/>
              </a:ext>
            </a:extLst>
          </p:cNvPr>
          <p:cNvSpPr txBox="1"/>
          <p:nvPr/>
        </p:nvSpPr>
        <p:spPr>
          <a:xfrm>
            <a:off x="1073887" y="2035287"/>
            <a:ext cx="3636335" cy="83099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chiede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all’utente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due numeri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interi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, 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stampa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più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grande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tra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due.</a:t>
            </a: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C09BAB90-5B4C-059F-E72F-F0FE51823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7" y="1790737"/>
            <a:ext cx="2912531" cy="4457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4967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0726A-805F-B2CE-4849-7440A15FF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4904-013F-E379-2608-74627F0CA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2 - Soluzioni 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54429BAA-E899-3C9C-EF1F-D4D7AE9C0134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5170968" cy="1020762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E62947F4-0B06-A3C7-D5F7-53DA01D77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E4B242B6-E054-826A-0B7E-AE2540146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C1DD63EC-AEEF-B1C6-F742-F14B577FD942}"/>
              </a:ext>
            </a:extLst>
          </p:cNvPr>
          <p:cNvSpPr txBox="1"/>
          <p:nvPr/>
        </p:nvSpPr>
        <p:spPr>
          <a:xfrm>
            <a:off x="1073888" y="2035287"/>
            <a:ext cx="4880346" cy="83099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chiede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in input  due  numeri 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interi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 </a:t>
            </a:r>
            <a:r>
              <a:rPr lang="en-US" altLang="en-US" u="sng" dirty="0" err="1">
                <a:latin typeface="Geneva"/>
                <a:ea typeface="Geneva"/>
                <a:cs typeface="Geneva"/>
                <a:sym typeface="Geneva"/>
              </a:rPr>
              <a:t>positivi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 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stabilisce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se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sono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oppure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no uno il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multiplo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dell'altro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</a:t>
            </a: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4E1408FE-B554-4FB2-750D-D91BD0DF5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881" y="1940405"/>
            <a:ext cx="5584005" cy="414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9024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FE9CD-2D3B-70CC-B0FD-5ED506D69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B591-4607-8250-FA7D-E06809C38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3 - Soluzioni </a:t>
            </a:r>
          </a:p>
        </p:txBody>
      </p:sp>
      <p:pic>
        <p:nvPicPr>
          <p:cNvPr id="3" name="object 2" descr="object 2">
            <a:extLst>
              <a:ext uri="{FF2B5EF4-FFF2-40B4-BE49-F238E27FC236}">
                <a16:creationId xmlns:a16="http://schemas.microsoft.com/office/drawing/2014/main" id="{6E185658-7B23-52C6-8CB3-A5CE4AE56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1791107"/>
            <a:ext cx="5407025" cy="480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3C886143-42BE-979A-1DC7-C5F3E6B92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799044"/>
            <a:ext cx="3271838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9F140A4B-C010-4C97-8BE8-ACE688C823D4}"/>
              </a:ext>
            </a:extLst>
          </p:cNvPr>
          <p:cNvSpPr>
            <a:spLocks/>
          </p:cNvSpPr>
          <p:nvPr/>
        </p:nvSpPr>
        <p:spPr bwMode="auto">
          <a:xfrm>
            <a:off x="269875" y="1668869"/>
            <a:ext cx="609600" cy="609600"/>
          </a:xfrm>
          <a:custGeom>
            <a:avLst/>
            <a:gdLst>
              <a:gd name="T0" fmla="*/ 304801 w 21600"/>
              <a:gd name="T1" fmla="*/ 304801 h 21600"/>
              <a:gd name="T2" fmla="*/ 304801 w 21600"/>
              <a:gd name="T3" fmla="*/ 304801 h 21600"/>
              <a:gd name="T4" fmla="*/ 304801 w 21600"/>
              <a:gd name="T5" fmla="*/ 304801 h 21600"/>
              <a:gd name="T6" fmla="*/ 304801 w 21600"/>
              <a:gd name="T7" fmla="*/ 30480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8" y="141"/>
                </a:lnTo>
                <a:lnTo>
                  <a:pt x="7386" y="551"/>
                </a:lnTo>
                <a:lnTo>
                  <a:pt x="5837" y="1206"/>
                </a:lnTo>
                <a:lnTo>
                  <a:pt x="4422" y="2084"/>
                </a:lnTo>
                <a:lnTo>
                  <a:pt x="3163" y="3164"/>
                </a:lnTo>
                <a:lnTo>
                  <a:pt x="2084" y="4423"/>
                </a:lnTo>
                <a:lnTo>
                  <a:pt x="1205" y="5838"/>
                </a:lnTo>
                <a:lnTo>
                  <a:pt x="551" y="7387"/>
                </a:lnTo>
                <a:lnTo>
                  <a:pt x="141" y="9049"/>
                </a:lnTo>
                <a:lnTo>
                  <a:pt x="0" y="10800"/>
                </a:lnTo>
                <a:lnTo>
                  <a:pt x="141" y="12551"/>
                </a:lnTo>
                <a:lnTo>
                  <a:pt x="551" y="14213"/>
                </a:lnTo>
                <a:lnTo>
                  <a:pt x="1205" y="15762"/>
                </a:lnTo>
                <a:lnTo>
                  <a:pt x="2084" y="17177"/>
                </a:lnTo>
                <a:lnTo>
                  <a:pt x="3163" y="18436"/>
                </a:lnTo>
                <a:lnTo>
                  <a:pt x="4422" y="19516"/>
                </a:lnTo>
                <a:lnTo>
                  <a:pt x="5837" y="20394"/>
                </a:lnTo>
                <a:lnTo>
                  <a:pt x="7386" y="21049"/>
                </a:lnTo>
                <a:lnTo>
                  <a:pt x="9048" y="21459"/>
                </a:lnTo>
                <a:lnTo>
                  <a:pt x="10800" y="21600"/>
                </a:lnTo>
                <a:lnTo>
                  <a:pt x="12552" y="21459"/>
                </a:lnTo>
                <a:lnTo>
                  <a:pt x="14214" y="21049"/>
                </a:lnTo>
                <a:lnTo>
                  <a:pt x="15763" y="20394"/>
                </a:lnTo>
                <a:lnTo>
                  <a:pt x="17178" y="19516"/>
                </a:lnTo>
                <a:lnTo>
                  <a:pt x="18437" y="18436"/>
                </a:lnTo>
                <a:lnTo>
                  <a:pt x="19516" y="17177"/>
                </a:lnTo>
                <a:lnTo>
                  <a:pt x="20395" y="15762"/>
                </a:lnTo>
                <a:lnTo>
                  <a:pt x="21049" y="14213"/>
                </a:lnTo>
                <a:lnTo>
                  <a:pt x="21459" y="12551"/>
                </a:lnTo>
                <a:lnTo>
                  <a:pt x="21600" y="10800"/>
                </a:lnTo>
                <a:lnTo>
                  <a:pt x="21459" y="9049"/>
                </a:lnTo>
                <a:lnTo>
                  <a:pt x="21049" y="7387"/>
                </a:lnTo>
                <a:lnTo>
                  <a:pt x="20395" y="5838"/>
                </a:lnTo>
                <a:lnTo>
                  <a:pt x="19516" y="4423"/>
                </a:lnTo>
                <a:lnTo>
                  <a:pt x="18437" y="3164"/>
                </a:lnTo>
                <a:lnTo>
                  <a:pt x="17178" y="2084"/>
                </a:lnTo>
                <a:lnTo>
                  <a:pt x="15763" y="1206"/>
                </a:lnTo>
                <a:lnTo>
                  <a:pt x="14214" y="551"/>
                </a:lnTo>
                <a:lnTo>
                  <a:pt x="12552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0F12FBB-CBD2-42F7-E451-D37C05AF849D}"/>
              </a:ext>
            </a:extLst>
          </p:cNvPr>
          <p:cNvSpPr txBox="1"/>
          <p:nvPr/>
        </p:nvSpPr>
        <p:spPr>
          <a:xfrm>
            <a:off x="498475" y="1830794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1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C08994B5-F1B2-21B0-6A55-770A9880C601}"/>
              </a:ext>
            </a:extLst>
          </p:cNvPr>
          <p:cNvSpPr>
            <a:spLocks/>
          </p:cNvSpPr>
          <p:nvPr/>
        </p:nvSpPr>
        <p:spPr bwMode="auto">
          <a:xfrm>
            <a:off x="5178425" y="1668869"/>
            <a:ext cx="611188" cy="609600"/>
          </a:xfrm>
          <a:custGeom>
            <a:avLst/>
            <a:gdLst>
              <a:gd name="T0" fmla="*/ 305563 w 21600"/>
              <a:gd name="T1" fmla="*/ 304801 h 21600"/>
              <a:gd name="T2" fmla="*/ 305563 w 21600"/>
              <a:gd name="T3" fmla="*/ 304801 h 21600"/>
              <a:gd name="T4" fmla="*/ 305563 w 21600"/>
              <a:gd name="T5" fmla="*/ 304801 h 21600"/>
              <a:gd name="T6" fmla="*/ 305563 w 21600"/>
              <a:gd name="T7" fmla="*/ 30480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8" y="141"/>
                </a:lnTo>
                <a:lnTo>
                  <a:pt x="7386" y="551"/>
                </a:lnTo>
                <a:lnTo>
                  <a:pt x="5836" y="1206"/>
                </a:lnTo>
                <a:lnTo>
                  <a:pt x="4421" y="2084"/>
                </a:lnTo>
                <a:lnTo>
                  <a:pt x="3163" y="3164"/>
                </a:lnTo>
                <a:lnTo>
                  <a:pt x="2083" y="4423"/>
                </a:lnTo>
                <a:lnTo>
                  <a:pt x="1205" y="5838"/>
                </a:lnTo>
                <a:lnTo>
                  <a:pt x="550" y="7387"/>
                </a:lnTo>
                <a:lnTo>
                  <a:pt x="141" y="9049"/>
                </a:lnTo>
                <a:lnTo>
                  <a:pt x="0" y="10800"/>
                </a:lnTo>
                <a:lnTo>
                  <a:pt x="141" y="12551"/>
                </a:lnTo>
                <a:lnTo>
                  <a:pt x="550" y="14213"/>
                </a:lnTo>
                <a:lnTo>
                  <a:pt x="1205" y="15762"/>
                </a:lnTo>
                <a:lnTo>
                  <a:pt x="2083" y="17177"/>
                </a:lnTo>
                <a:lnTo>
                  <a:pt x="3163" y="18436"/>
                </a:lnTo>
                <a:lnTo>
                  <a:pt x="4421" y="19516"/>
                </a:lnTo>
                <a:lnTo>
                  <a:pt x="5836" y="20394"/>
                </a:lnTo>
                <a:lnTo>
                  <a:pt x="7386" y="21049"/>
                </a:lnTo>
                <a:lnTo>
                  <a:pt x="9048" y="21459"/>
                </a:lnTo>
                <a:lnTo>
                  <a:pt x="10800" y="21600"/>
                </a:lnTo>
                <a:lnTo>
                  <a:pt x="12552" y="21459"/>
                </a:lnTo>
                <a:lnTo>
                  <a:pt x="14214" y="21049"/>
                </a:lnTo>
                <a:lnTo>
                  <a:pt x="15764" y="20394"/>
                </a:lnTo>
                <a:lnTo>
                  <a:pt x="17179" y="19516"/>
                </a:lnTo>
                <a:lnTo>
                  <a:pt x="18437" y="18436"/>
                </a:lnTo>
                <a:lnTo>
                  <a:pt x="19516" y="17177"/>
                </a:lnTo>
                <a:lnTo>
                  <a:pt x="20395" y="15762"/>
                </a:lnTo>
                <a:lnTo>
                  <a:pt x="21049" y="14213"/>
                </a:lnTo>
                <a:lnTo>
                  <a:pt x="21459" y="12551"/>
                </a:lnTo>
                <a:lnTo>
                  <a:pt x="21600" y="10800"/>
                </a:lnTo>
                <a:lnTo>
                  <a:pt x="21459" y="9049"/>
                </a:lnTo>
                <a:lnTo>
                  <a:pt x="21049" y="7387"/>
                </a:lnTo>
                <a:lnTo>
                  <a:pt x="20395" y="5838"/>
                </a:lnTo>
                <a:lnTo>
                  <a:pt x="19516" y="4423"/>
                </a:lnTo>
                <a:lnTo>
                  <a:pt x="18437" y="3164"/>
                </a:lnTo>
                <a:lnTo>
                  <a:pt x="17179" y="2084"/>
                </a:lnTo>
                <a:lnTo>
                  <a:pt x="15764" y="1206"/>
                </a:lnTo>
                <a:lnTo>
                  <a:pt x="14214" y="551"/>
                </a:lnTo>
                <a:lnTo>
                  <a:pt x="12552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endParaRPr lang="en-US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C238E15-159B-9980-F9B9-535A10A82EE0}"/>
              </a:ext>
            </a:extLst>
          </p:cNvPr>
          <p:cNvSpPr txBox="1"/>
          <p:nvPr/>
        </p:nvSpPr>
        <p:spPr>
          <a:xfrm>
            <a:off x="5410200" y="1830794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2</a:t>
            </a:r>
          </a:p>
        </p:txBody>
      </p:sp>
      <p:grpSp>
        <p:nvGrpSpPr>
          <p:cNvPr id="12" name="object 10">
            <a:extLst>
              <a:ext uri="{FF2B5EF4-FFF2-40B4-BE49-F238E27FC236}">
                <a16:creationId xmlns:a16="http://schemas.microsoft.com/office/drawing/2014/main" id="{94ACC636-D88F-4C47-CDFF-FAA76A8ADD0F}"/>
              </a:ext>
            </a:extLst>
          </p:cNvPr>
          <p:cNvGrpSpPr>
            <a:grpSpLocks/>
          </p:cNvGrpSpPr>
          <p:nvPr/>
        </p:nvGrpSpPr>
        <p:grpSpPr bwMode="auto">
          <a:xfrm>
            <a:off x="4105275" y="3659594"/>
            <a:ext cx="5348288" cy="665163"/>
            <a:chOff x="0" y="0"/>
            <a:chExt cx="5349240" cy="664843"/>
          </a:xfrm>
        </p:grpSpPr>
        <p:sp>
          <p:nvSpPr>
            <p:cNvPr id="14" name="Rectangle">
              <a:extLst>
                <a:ext uri="{FF2B5EF4-FFF2-40B4-BE49-F238E27FC236}">
                  <a16:creationId xmlns:a16="http://schemas.microsoft.com/office/drawing/2014/main" id="{F5EB5807-613B-CDF7-B74E-F7E0DA8F3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304" y="-1"/>
              <a:ext cx="2916937" cy="265176"/>
            </a:xfrm>
            <a:prstGeom prst="rect">
              <a:avLst/>
            </a:prstGeom>
            <a:noFill/>
            <a:ln w="19050">
              <a:solidFill>
                <a:srgbClr val="F59F2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0DA8A9E-C041-5B53-FB87-01BAFD4DFA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" y="132587"/>
              <a:ext cx="2432432" cy="532257"/>
            </a:xfrm>
            <a:prstGeom prst="line">
              <a:avLst/>
            </a:prstGeom>
            <a:noFill/>
            <a:ln w="19050">
              <a:solidFill>
                <a:srgbClr val="F59F2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n-US"/>
            </a:p>
          </p:txBody>
        </p:sp>
      </p:grpSp>
      <p:sp>
        <p:nvSpPr>
          <p:cNvPr id="16" name="object 11">
            <a:extLst>
              <a:ext uri="{FF2B5EF4-FFF2-40B4-BE49-F238E27FC236}">
                <a16:creationId xmlns:a16="http://schemas.microsoft.com/office/drawing/2014/main" id="{B606A671-CC52-5FB3-4A1F-EFAA8B5B0E5B}"/>
              </a:ext>
            </a:extLst>
          </p:cNvPr>
          <p:cNvSpPr txBox="1"/>
          <p:nvPr/>
        </p:nvSpPr>
        <p:spPr>
          <a:xfrm>
            <a:off x="730250" y="4456519"/>
            <a:ext cx="4021138" cy="18859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spcBef>
                <a:spcPts val="100"/>
              </a:spcBef>
            </a:pPr>
            <a:r>
              <a:rPr lang="en-US" altLang="en-US">
                <a:latin typeface="Geneva"/>
                <a:ea typeface="Geneva"/>
                <a:cs typeface="Geneva"/>
                <a:sym typeface="Geneva"/>
              </a:rPr>
              <a:t>Per far si che si ottenga il rapporto come numero decimale, è necessario che le variabili vengano convertite in float, altrimenti l’operazione viene eseguita tra interi,  e  le  parti  decimali  saranno troncate.</a:t>
            </a:r>
          </a:p>
        </p:txBody>
      </p:sp>
    </p:spTree>
    <p:extLst>
      <p:ext uri="{BB962C8B-B14F-4D97-AF65-F5344CB8AC3E}">
        <p14:creationId xmlns:p14="http://schemas.microsoft.com/office/powerpoint/2010/main" val="1041692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ECC6B-7068-21BF-7EEB-2F9A5915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70B91-1FDB-BA9D-EE48-8C4E5CEC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3 - Soluzioni </a:t>
            </a:r>
          </a:p>
        </p:txBody>
      </p:sp>
      <p:pic>
        <p:nvPicPr>
          <p:cNvPr id="3" name="object 2" descr="object 2">
            <a:extLst>
              <a:ext uri="{FF2B5EF4-FFF2-40B4-BE49-F238E27FC236}">
                <a16:creationId xmlns:a16="http://schemas.microsoft.com/office/drawing/2014/main" id="{2E4EE064-DE1B-1EEE-5C72-2D316E51F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1791107"/>
            <a:ext cx="5407025" cy="480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CF046F6A-2240-32F8-83C7-1FEF56383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799044"/>
            <a:ext cx="3271838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FC1015BF-4740-C222-2A08-BD62AF608BE6}"/>
              </a:ext>
            </a:extLst>
          </p:cNvPr>
          <p:cNvSpPr>
            <a:spLocks/>
          </p:cNvSpPr>
          <p:nvPr/>
        </p:nvSpPr>
        <p:spPr bwMode="auto">
          <a:xfrm>
            <a:off x="269875" y="1668869"/>
            <a:ext cx="609600" cy="609600"/>
          </a:xfrm>
          <a:custGeom>
            <a:avLst/>
            <a:gdLst>
              <a:gd name="T0" fmla="*/ 304801 w 21600"/>
              <a:gd name="T1" fmla="*/ 304801 h 21600"/>
              <a:gd name="T2" fmla="*/ 304801 w 21600"/>
              <a:gd name="T3" fmla="*/ 304801 h 21600"/>
              <a:gd name="T4" fmla="*/ 304801 w 21600"/>
              <a:gd name="T5" fmla="*/ 304801 h 21600"/>
              <a:gd name="T6" fmla="*/ 304801 w 21600"/>
              <a:gd name="T7" fmla="*/ 30480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8" y="141"/>
                </a:lnTo>
                <a:lnTo>
                  <a:pt x="7386" y="551"/>
                </a:lnTo>
                <a:lnTo>
                  <a:pt x="5837" y="1206"/>
                </a:lnTo>
                <a:lnTo>
                  <a:pt x="4422" y="2084"/>
                </a:lnTo>
                <a:lnTo>
                  <a:pt x="3163" y="3164"/>
                </a:lnTo>
                <a:lnTo>
                  <a:pt x="2084" y="4423"/>
                </a:lnTo>
                <a:lnTo>
                  <a:pt x="1205" y="5838"/>
                </a:lnTo>
                <a:lnTo>
                  <a:pt x="551" y="7387"/>
                </a:lnTo>
                <a:lnTo>
                  <a:pt x="141" y="9049"/>
                </a:lnTo>
                <a:lnTo>
                  <a:pt x="0" y="10800"/>
                </a:lnTo>
                <a:lnTo>
                  <a:pt x="141" y="12551"/>
                </a:lnTo>
                <a:lnTo>
                  <a:pt x="551" y="14213"/>
                </a:lnTo>
                <a:lnTo>
                  <a:pt x="1205" y="15762"/>
                </a:lnTo>
                <a:lnTo>
                  <a:pt x="2084" y="17177"/>
                </a:lnTo>
                <a:lnTo>
                  <a:pt x="3163" y="18436"/>
                </a:lnTo>
                <a:lnTo>
                  <a:pt x="4422" y="19516"/>
                </a:lnTo>
                <a:lnTo>
                  <a:pt x="5837" y="20394"/>
                </a:lnTo>
                <a:lnTo>
                  <a:pt x="7386" y="21049"/>
                </a:lnTo>
                <a:lnTo>
                  <a:pt x="9048" y="21459"/>
                </a:lnTo>
                <a:lnTo>
                  <a:pt x="10800" y="21600"/>
                </a:lnTo>
                <a:lnTo>
                  <a:pt x="12552" y="21459"/>
                </a:lnTo>
                <a:lnTo>
                  <a:pt x="14214" y="21049"/>
                </a:lnTo>
                <a:lnTo>
                  <a:pt x="15763" y="20394"/>
                </a:lnTo>
                <a:lnTo>
                  <a:pt x="17178" y="19516"/>
                </a:lnTo>
                <a:lnTo>
                  <a:pt x="18437" y="18436"/>
                </a:lnTo>
                <a:lnTo>
                  <a:pt x="19516" y="17177"/>
                </a:lnTo>
                <a:lnTo>
                  <a:pt x="20395" y="15762"/>
                </a:lnTo>
                <a:lnTo>
                  <a:pt x="21049" y="14213"/>
                </a:lnTo>
                <a:lnTo>
                  <a:pt x="21459" y="12551"/>
                </a:lnTo>
                <a:lnTo>
                  <a:pt x="21600" y="10800"/>
                </a:lnTo>
                <a:lnTo>
                  <a:pt x="21459" y="9049"/>
                </a:lnTo>
                <a:lnTo>
                  <a:pt x="21049" y="7387"/>
                </a:lnTo>
                <a:lnTo>
                  <a:pt x="20395" y="5838"/>
                </a:lnTo>
                <a:lnTo>
                  <a:pt x="19516" y="4423"/>
                </a:lnTo>
                <a:lnTo>
                  <a:pt x="18437" y="3164"/>
                </a:lnTo>
                <a:lnTo>
                  <a:pt x="17178" y="2084"/>
                </a:lnTo>
                <a:lnTo>
                  <a:pt x="15763" y="1206"/>
                </a:lnTo>
                <a:lnTo>
                  <a:pt x="14214" y="551"/>
                </a:lnTo>
                <a:lnTo>
                  <a:pt x="12552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4533C55E-7337-DC51-E7B9-8545F1E49BD0}"/>
              </a:ext>
            </a:extLst>
          </p:cNvPr>
          <p:cNvSpPr txBox="1"/>
          <p:nvPr/>
        </p:nvSpPr>
        <p:spPr>
          <a:xfrm>
            <a:off x="498475" y="1830794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1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24FD7D2A-1DDA-0F98-8D23-3A8C823C46DC}"/>
              </a:ext>
            </a:extLst>
          </p:cNvPr>
          <p:cNvSpPr>
            <a:spLocks/>
          </p:cNvSpPr>
          <p:nvPr/>
        </p:nvSpPr>
        <p:spPr bwMode="auto">
          <a:xfrm>
            <a:off x="5178425" y="1668869"/>
            <a:ext cx="611188" cy="609600"/>
          </a:xfrm>
          <a:custGeom>
            <a:avLst/>
            <a:gdLst>
              <a:gd name="T0" fmla="*/ 305563 w 21600"/>
              <a:gd name="T1" fmla="*/ 304801 h 21600"/>
              <a:gd name="T2" fmla="*/ 305563 w 21600"/>
              <a:gd name="T3" fmla="*/ 304801 h 21600"/>
              <a:gd name="T4" fmla="*/ 305563 w 21600"/>
              <a:gd name="T5" fmla="*/ 304801 h 21600"/>
              <a:gd name="T6" fmla="*/ 305563 w 21600"/>
              <a:gd name="T7" fmla="*/ 30480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8" y="141"/>
                </a:lnTo>
                <a:lnTo>
                  <a:pt x="7386" y="551"/>
                </a:lnTo>
                <a:lnTo>
                  <a:pt x="5836" y="1206"/>
                </a:lnTo>
                <a:lnTo>
                  <a:pt x="4421" y="2084"/>
                </a:lnTo>
                <a:lnTo>
                  <a:pt x="3163" y="3164"/>
                </a:lnTo>
                <a:lnTo>
                  <a:pt x="2083" y="4423"/>
                </a:lnTo>
                <a:lnTo>
                  <a:pt x="1205" y="5838"/>
                </a:lnTo>
                <a:lnTo>
                  <a:pt x="550" y="7387"/>
                </a:lnTo>
                <a:lnTo>
                  <a:pt x="141" y="9049"/>
                </a:lnTo>
                <a:lnTo>
                  <a:pt x="0" y="10800"/>
                </a:lnTo>
                <a:lnTo>
                  <a:pt x="141" y="12551"/>
                </a:lnTo>
                <a:lnTo>
                  <a:pt x="550" y="14213"/>
                </a:lnTo>
                <a:lnTo>
                  <a:pt x="1205" y="15762"/>
                </a:lnTo>
                <a:lnTo>
                  <a:pt x="2083" y="17177"/>
                </a:lnTo>
                <a:lnTo>
                  <a:pt x="3163" y="18436"/>
                </a:lnTo>
                <a:lnTo>
                  <a:pt x="4421" y="19516"/>
                </a:lnTo>
                <a:lnTo>
                  <a:pt x="5836" y="20394"/>
                </a:lnTo>
                <a:lnTo>
                  <a:pt x="7386" y="21049"/>
                </a:lnTo>
                <a:lnTo>
                  <a:pt x="9048" y="21459"/>
                </a:lnTo>
                <a:lnTo>
                  <a:pt x="10800" y="21600"/>
                </a:lnTo>
                <a:lnTo>
                  <a:pt x="12552" y="21459"/>
                </a:lnTo>
                <a:lnTo>
                  <a:pt x="14214" y="21049"/>
                </a:lnTo>
                <a:lnTo>
                  <a:pt x="15764" y="20394"/>
                </a:lnTo>
                <a:lnTo>
                  <a:pt x="17179" y="19516"/>
                </a:lnTo>
                <a:lnTo>
                  <a:pt x="18437" y="18436"/>
                </a:lnTo>
                <a:lnTo>
                  <a:pt x="19516" y="17177"/>
                </a:lnTo>
                <a:lnTo>
                  <a:pt x="20395" y="15762"/>
                </a:lnTo>
                <a:lnTo>
                  <a:pt x="21049" y="14213"/>
                </a:lnTo>
                <a:lnTo>
                  <a:pt x="21459" y="12551"/>
                </a:lnTo>
                <a:lnTo>
                  <a:pt x="21600" y="10800"/>
                </a:lnTo>
                <a:lnTo>
                  <a:pt x="21459" y="9049"/>
                </a:lnTo>
                <a:lnTo>
                  <a:pt x="21049" y="7387"/>
                </a:lnTo>
                <a:lnTo>
                  <a:pt x="20395" y="5838"/>
                </a:lnTo>
                <a:lnTo>
                  <a:pt x="19516" y="4423"/>
                </a:lnTo>
                <a:lnTo>
                  <a:pt x="18437" y="3164"/>
                </a:lnTo>
                <a:lnTo>
                  <a:pt x="17179" y="2084"/>
                </a:lnTo>
                <a:lnTo>
                  <a:pt x="15764" y="1206"/>
                </a:lnTo>
                <a:lnTo>
                  <a:pt x="14214" y="551"/>
                </a:lnTo>
                <a:lnTo>
                  <a:pt x="12552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endParaRPr lang="en-US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78B218B-FACA-2AA5-5E0B-1A762E53B41A}"/>
              </a:ext>
            </a:extLst>
          </p:cNvPr>
          <p:cNvSpPr txBox="1"/>
          <p:nvPr/>
        </p:nvSpPr>
        <p:spPr>
          <a:xfrm>
            <a:off x="5410200" y="1830794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2</a:t>
            </a:r>
          </a:p>
        </p:txBody>
      </p:sp>
      <p:grpSp>
        <p:nvGrpSpPr>
          <p:cNvPr id="12" name="object 10">
            <a:extLst>
              <a:ext uri="{FF2B5EF4-FFF2-40B4-BE49-F238E27FC236}">
                <a16:creationId xmlns:a16="http://schemas.microsoft.com/office/drawing/2014/main" id="{CD08919C-E950-FD53-204F-5F072495C46A}"/>
              </a:ext>
            </a:extLst>
          </p:cNvPr>
          <p:cNvGrpSpPr>
            <a:grpSpLocks/>
          </p:cNvGrpSpPr>
          <p:nvPr/>
        </p:nvGrpSpPr>
        <p:grpSpPr bwMode="auto">
          <a:xfrm>
            <a:off x="4105275" y="3659594"/>
            <a:ext cx="5348288" cy="665163"/>
            <a:chOff x="0" y="0"/>
            <a:chExt cx="5349240" cy="664843"/>
          </a:xfrm>
        </p:grpSpPr>
        <p:sp>
          <p:nvSpPr>
            <p:cNvPr id="14" name="Rectangle">
              <a:extLst>
                <a:ext uri="{FF2B5EF4-FFF2-40B4-BE49-F238E27FC236}">
                  <a16:creationId xmlns:a16="http://schemas.microsoft.com/office/drawing/2014/main" id="{1C8D0939-D05F-BC0D-92DB-4A6B155A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304" y="-1"/>
              <a:ext cx="2916937" cy="265176"/>
            </a:xfrm>
            <a:prstGeom prst="rect">
              <a:avLst/>
            </a:prstGeom>
            <a:noFill/>
            <a:ln w="19050">
              <a:solidFill>
                <a:srgbClr val="F59F2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77470B1E-D651-2F74-D023-F7F2FEE19F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" y="132587"/>
              <a:ext cx="2432432" cy="532257"/>
            </a:xfrm>
            <a:prstGeom prst="line">
              <a:avLst/>
            </a:prstGeom>
            <a:noFill/>
            <a:ln w="19050">
              <a:solidFill>
                <a:srgbClr val="F59F2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n-US"/>
            </a:p>
          </p:txBody>
        </p:sp>
      </p:grpSp>
      <p:sp>
        <p:nvSpPr>
          <p:cNvPr id="16" name="object 11">
            <a:extLst>
              <a:ext uri="{FF2B5EF4-FFF2-40B4-BE49-F238E27FC236}">
                <a16:creationId xmlns:a16="http://schemas.microsoft.com/office/drawing/2014/main" id="{B317F0F9-0E99-1D1F-9090-8DB40C95B0B9}"/>
              </a:ext>
            </a:extLst>
          </p:cNvPr>
          <p:cNvSpPr txBox="1"/>
          <p:nvPr/>
        </p:nvSpPr>
        <p:spPr>
          <a:xfrm>
            <a:off x="730250" y="4456519"/>
            <a:ext cx="4021138" cy="18859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spcBef>
                <a:spcPts val="100"/>
              </a:spcBef>
            </a:pPr>
            <a:r>
              <a:rPr lang="en-US" altLang="en-US">
                <a:latin typeface="Geneva"/>
                <a:ea typeface="Geneva"/>
                <a:cs typeface="Geneva"/>
                <a:sym typeface="Geneva"/>
              </a:rPr>
              <a:t>Per far si che si ottenga il rapporto come numero decimale, è necessario che le variabili vengano convertite in float, altrimenti l’operazione viene eseguita tra interi,  e  le  parti  decimali  saranno troncate.</a:t>
            </a:r>
          </a:p>
        </p:txBody>
      </p:sp>
    </p:spTree>
    <p:extLst>
      <p:ext uri="{BB962C8B-B14F-4D97-AF65-F5344CB8AC3E}">
        <p14:creationId xmlns:p14="http://schemas.microsoft.com/office/powerpoint/2010/main" val="1393084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96305-0665-360C-FA25-9EA8A5BC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581A-D8A7-7E00-FE7D-1D5A47203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1428228" cy="1325563"/>
          </a:xfrm>
        </p:spPr>
        <p:txBody>
          <a:bodyPr>
            <a:normAutofit/>
          </a:bodyPr>
          <a:lstStyle/>
          <a:p>
            <a:r>
              <a:rPr lang="it-IT" dirty="0"/>
              <a:t>Esercizio 3 - Soluzioni (Challenge)</a:t>
            </a:r>
          </a:p>
        </p:txBody>
      </p:sp>
      <p:pic>
        <p:nvPicPr>
          <p:cNvPr id="8" name="object 3" descr="object 3">
            <a:extLst>
              <a:ext uri="{FF2B5EF4-FFF2-40B4-BE49-F238E27FC236}">
                <a16:creationId xmlns:a16="http://schemas.microsoft.com/office/drawing/2014/main" id="{F428F269-3BA7-F019-595F-4589001A1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634" y="1820882"/>
            <a:ext cx="3271838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FD739AA6-1732-F8FE-D58A-7166331CD0A1}"/>
              </a:ext>
            </a:extLst>
          </p:cNvPr>
          <p:cNvSpPr>
            <a:spLocks/>
          </p:cNvSpPr>
          <p:nvPr/>
        </p:nvSpPr>
        <p:spPr bwMode="auto">
          <a:xfrm>
            <a:off x="248609" y="1690707"/>
            <a:ext cx="609600" cy="609600"/>
          </a:xfrm>
          <a:custGeom>
            <a:avLst/>
            <a:gdLst>
              <a:gd name="T0" fmla="*/ 304801 w 21600"/>
              <a:gd name="T1" fmla="*/ 304801 h 21600"/>
              <a:gd name="T2" fmla="*/ 304801 w 21600"/>
              <a:gd name="T3" fmla="*/ 304801 h 21600"/>
              <a:gd name="T4" fmla="*/ 304801 w 21600"/>
              <a:gd name="T5" fmla="*/ 304801 h 21600"/>
              <a:gd name="T6" fmla="*/ 304801 w 21600"/>
              <a:gd name="T7" fmla="*/ 30480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8" y="141"/>
                </a:lnTo>
                <a:lnTo>
                  <a:pt x="7386" y="551"/>
                </a:lnTo>
                <a:lnTo>
                  <a:pt x="5837" y="1206"/>
                </a:lnTo>
                <a:lnTo>
                  <a:pt x="4422" y="2084"/>
                </a:lnTo>
                <a:lnTo>
                  <a:pt x="3163" y="3164"/>
                </a:lnTo>
                <a:lnTo>
                  <a:pt x="2084" y="4423"/>
                </a:lnTo>
                <a:lnTo>
                  <a:pt x="1205" y="5838"/>
                </a:lnTo>
                <a:lnTo>
                  <a:pt x="551" y="7387"/>
                </a:lnTo>
                <a:lnTo>
                  <a:pt x="141" y="9049"/>
                </a:lnTo>
                <a:lnTo>
                  <a:pt x="0" y="10800"/>
                </a:lnTo>
                <a:lnTo>
                  <a:pt x="141" y="12551"/>
                </a:lnTo>
                <a:lnTo>
                  <a:pt x="551" y="14213"/>
                </a:lnTo>
                <a:lnTo>
                  <a:pt x="1205" y="15762"/>
                </a:lnTo>
                <a:lnTo>
                  <a:pt x="2084" y="17177"/>
                </a:lnTo>
                <a:lnTo>
                  <a:pt x="3163" y="18436"/>
                </a:lnTo>
                <a:lnTo>
                  <a:pt x="4422" y="19516"/>
                </a:lnTo>
                <a:lnTo>
                  <a:pt x="5837" y="20394"/>
                </a:lnTo>
                <a:lnTo>
                  <a:pt x="7386" y="21049"/>
                </a:lnTo>
                <a:lnTo>
                  <a:pt x="9048" y="21459"/>
                </a:lnTo>
                <a:lnTo>
                  <a:pt x="10800" y="21600"/>
                </a:lnTo>
                <a:lnTo>
                  <a:pt x="12552" y="21459"/>
                </a:lnTo>
                <a:lnTo>
                  <a:pt x="14214" y="21049"/>
                </a:lnTo>
                <a:lnTo>
                  <a:pt x="15763" y="20394"/>
                </a:lnTo>
                <a:lnTo>
                  <a:pt x="17178" y="19516"/>
                </a:lnTo>
                <a:lnTo>
                  <a:pt x="18437" y="18436"/>
                </a:lnTo>
                <a:lnTo>
                  <a:pt x="19516" y="17177"/>
                </a:lnTo>
                <a:lnTo>
                  <a:pt x="20395" y="15762"/>
                </a:lnTo>
                <a:lnTo>
                  <a:pt x="21049" y="14213"/>
                </a:lnTo>
                <a:lnTo>
                  <a:pt x="21459" y="12551"/>
                </a:lnTo>
                <a:lnTo>
                  <a:pt x="21600" y="10800"/>
                </a:lnTo>
                <a:lnTo>
                  <a:pt x="21459" y="9049"/>
                </a:lnTo>
                <a:lnTo>
                  <a:pt x="21049" y="7387"/>
                </a:lnTo>
                <a:lnTo>
                  <a:pt x="20395" y="5838"/>
                </a:lnTo>
                <a:lnTo>
                  <a:pt x="19516" y="4423"/>
                </a:lnTo>
                <a:lnTo>
                  <a:pt x="18437" y="3164"/>
                </a:lnTo>
                <a:lnTo>
                  <a:pt x="17178" y="2084"/>
                </a:lnTo>
                <a:lnTo>
                  <a:pt x="15763" y="1206"/>
                </a:lnTo>
                <a:lnTo>
                  <a:pt x="14214" y="551"/>
                </a:lnTo>
                <a:lnTo>
                  <a:pt x="12552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endParaRPr lang="en-US"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E16D8B1C-ADE8-0A2D-3D10-7478D2225CBB}"/>
              </a:ext>
            </a:extLst>
          </p:cNvPr>
          <p:cNvSpPr txBox="1"/>
          <p:nvPr/>
        </p:nvSpPr>
        <p:spPr>
          <a:xfrm>
            <a:off x="477209" y="1852632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1</a:t>
            </a: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AC6C251F-5C6E-52EB-5A65-202C08BBE7EF}"/>
              </a:ext>
            </a:extLst>
          </p:cNvPr>
          <p:cNvSpPr>
            <a:spLocks/>
          </p:cNvSpPr>
          <p:nvPr/>
        </p:nvSpPr>
        <p:spPr bwMode="auto">
          <a:xfrm>
            <a:off x="5157159" y="1690707"/>
            <a:ext cx="611188" cy="609600"/>
          </a:xfrm>
          <a:custGeom>
            <a:avLst/>
            <a:gdLst>
              <a:gd name="T0" fmla="*/ 305563 w 21600"/>
              <a:gd name="T1" fmla="*/ 304801 h 21600"/>
              <a:gd name="T2" fmla="*/ 305563 w 21600"/>
              <a:gd name="T3" fmla="*/ 304801 h 21600"/>
              <a:gd name="T4" fmla="*/ 305563 w 21600"/>
              <a:gd name="T5" fmla="*/ 304801 h 21600"/>
              <a:gd name="T6" fmla="*/ 305563 w 21600"/>
              <a:gd name="T7" fmla="*/ 30480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8" y="141"/>
                </a:lnTo>
                <a:lnTo>
                  <a:pt x="7386" y="551"/>
                </a:lnTo>
                <a:lnTo>
                  <a:pt x="5836" y="1206"/>
                </a:lnTo>
                <a:lnTo>
                  <a:pt x="4421" y="2084"/>
                </a:lnTo>
                <a:lnTo>
                  <a:pt x="3163" y="3164"/>
                </a:lnTo>
                <a:lnTo>
                  <a:pt x="2083" y="4423"/>
                </a:lnTo>
                <a:lnTo>
                  <a:pt x="1205" y="5838"/>
                </a:lnTo>
                <a:lnTo>
                  <a:pt x="550" y="7387"/>
                </a:lnTo>
                <a:lnTo>
                  <a:pt x="141" y="9049"/>
                </a:lnTo>
                <a:lnTo>
                  <a:pt x="0" y="10800"/>
                </a:lnTo>
                <a:lnTo>
                  <a:pt x="141" y="12551"/>
                </a:lnTo>
                <a:lnTo>
                  <a:pt x="550" y="14213"/>
                </a:lnTo>
                <a:lnTo>
                  <a:pt x="1205" y="15762"/>
                </a:lnTo>
                <a:lnTo>
                  <a:pt x="2083" y="17177"/>
                </a:lnTo>
                <a:lnTo>
                  <a:pt x="3163" y="18436"/>
                </a:lnTo>
                <a:lnTo>
                  <a:pt x="4421" y="19516"/>
                </a:lnTo>
                <a:lnTo>
                  <a:pt x="5836" y="20394"/>
                </a:lnTo>
                <a:lnTo>
                  <a:pt x="7386" y="21049"/>
                </a:lnTo>
                <a:lnTo>
                  <a:pt x="9048" y="21459"/>
                </a:lnTo>
                <a:lnTo>
                  <a:pt x="10800" y="21600"/>
                </a:lnTo>
                <a:lnTo>
                  <a:pt x="12552" y="21459"/>
                </a:lnTo>
                <a:lnTo>
                  <a:pt x="14214" y="21049"/>
                </a:lnTo>
                <a:lnTo>
                  <a:pt x="15764" y="20394"/>
                </a:lnTo>
                <a:lnTo>
                  <a:pt x="17179" y="19516"/>
                </a:lnTo>
                <a:lnTo>
                  <a:pt x="18437" y="18436"/>
                </a:lnTo>
                <a:lnTo>
                  <a:pt x="19516" y="17177"/>
                </a:lnTo>
                <a:lnTo>
                  <a:pt x="20395" y="15762"/>
                </a:lnTo>
                <a:lnTo>
                  <a:pt x="21049" y="14213"/>
                </a:lnTo>
                <a:lnTo>
                  <a:pt x="21459" y="12551"/>
                </a:lnTo>
                <a:lnTo>
                  <a:pt x="21600" y="10800"/>
                </a:lnTo>
                <a:lnTo>
                  <a:pt x="21459" y="9049"/>
                </a:lnTo>
                <a:lnTo>
                  <a:pt x="21049" y="7387"/>
                </a:lnTo>
                <a:lnTo>
                  <a:pt x="20395" y="5838"/>
                </a:lnTo>
                <a:lnTo>
                  <a:pt x="19516" y="4423"/>
                </a:lnTo>
                <a:lnTo>
                  <a:pt x="18437" y="3164"/>
                </a:lnTo>
                <a:lnTo>
                  <a:pt x="17179" y="2084"/>
                </a:lnTo>
                <a:lnTo>
                  <a:pt x="15764" y="1206"/>
                </a:lnTo>
                <a:lnTo>
                  <a:pt x="14214" y="551"/>
                </a:lnTo>
                <a:lnTo>
                  <a:pt x="12552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endParaRPr lang="en-US"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2AB16F17-B92C-5BFC-07B3-9F85B2637844}"/>
              </a:ext>
            </a:extLst>
          </p:cNvPr>
          <p:cNvSpPr txBox="1"/>
          <p:nvPr/>
        </p:nvSpPr>
        <p:spPr>
          <a:xfrm>
            <a:off x="5388934" y="1852632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2</a:t>
            </a:r>
          </a:p>
        </p:txBody>
      </p:sp>
      <p:grpSp>
        <p:nvGrpSpPr>
          <p:cNvPr id="18" name="object 8">
            <a:extLst>
              <a:ext uri="{FF2B5EF4-FFF2-40B4-BE49-F238E27FC236}">
                <a16:creationId xmlns:a16="http://schemas.microsoft.com/office/drawing/2014/main" id="{33ABBF68-1BB8-70D8-0C1B-A28F21186CBE}"/>
              </a:ext>
            </a:extLst>
          </p:cNvPr>
          <p:cNvGrpSpPr>
            <a:grpSpLocks/>
          </p:cNvGrpSpPr>
          <p:nvPr/>
        </p:nvGrpSpPr>
        <p:grpSpPr bwMode="auto">
          <a:xfrm>
            <a:off x="5944559" y="1812945"/>
            <a:ext cx="6081713" cy="4749800"/>
            <a:chOff x="0" y="0"/>
            <a:chExt cx="6080759" cy="4749656"/>
          </a:xfrm>
        </p:grpSpPr>
        <p:pic>
          <p:nvPicPr>
            <p:cNvPr id="19" name="object 9" descr="object 9">
              <a:extLst>
                <a:ext uri="{FF2B5EF4-FFF2-40B4-BE49-F238E27FC236}">
                  <a16:creationId xmlns:a16="http://schemas.microsoft.com/office/drawing/2014/main" id="{B5654997-2804-41B6-63A4-5D4FF933C8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33" y="0"/>
              <a:ext cx="5738057" cy="4749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0" name="object 10" descr="object 10">
              <a:extLst>
                <a:ext uri="{FF2B5EF4-FFF2-40B4-BE49-F238E27FC236}">
                  <a16:creationId xmlns:a16="http://schemas.microsoft.com/office/drawing/2014/main" id="{F816579E-B8E2-F6F6-8A89-6FF423EFB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48149"/>
              <a:ext cx="5679948" cy="201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E462A94A-26C7-E44A-F5C4-8E52D9FBF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9948" y="307001"/>
              <a:ext cx="400812" cy="2834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4196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AB9D3-4B1B-86F9-6B8A-9F3406D8F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B02B0-AA02-F5B6-35AE-6AB4F7F7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4 - Soluzioni 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9BC9E5E-F23E-B038-EB82-B3334EEA6E33}"/>
              </a:ext>
            </a:extLst>
          </p:cNvPr>
          <p:cNvGrpSpPr>
            <a:grpSpLocks/>
          </p:cNvGrpSpPr>
          <p:nvPr/>
        </p:nvGrpSpPr>
        <p:grpSpPr bwMode="auto">
          <a:xfrm>
            <a:off x="1965325" y="2953195"/>
            <a:ext cx="2155825" cy="1381125"/>
            <a:chOff x="0" y="0"/>
            <a:chExt cx="2156148" cy="1381146"/>
          </a:xfrm>
        </p:grpSpPr>
        <p:pic>
          <p:nvPicPr>
            <p:cNvPr id="4" name="object 4" descr="object 4">
              <a:extLst>
                <a:ext uri="{FF2B5EF4-FFF2-40B4-BE49-F238E27FC236}">
                  <a16:creationId xmlns:a16="http://schemas.microsoft.com/office/drawing/2014/main" id="{FA83B0D4-11C6-1E85-17A6-C88F44A5E5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4463"/>
              <a:ext cx="2156149" cy="1286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9F472B8-1C3A-3EE9-1B83-06091CE21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345" y="0"/>
              <a:ext cx="1501142" cy="295657"/>
            </a:xfrm>
            <a:prstGeom prst="rect">
              <a:avLst/>
            </a:prstGeom>
            <a:noFill/>
            <a:ln w="19050">
              <a:solidFill>
                <a:srgbClr val="F59F2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2B95A7D-F41B-6218-E65D-1ABE7E65C1E5}"/>
              </a:ext>
            </a:extLst>
          </p:cNvPr>
          <p:cNvSpPr>
            <a:spLocks/>
          </p:cNvSpPr>
          <p:nvPr/>
        </p:nvSpPr>
        <p:spPr bwMode="auto">
          <a:xfrm>
            <a:off x="1171575" y="3384995"/>
            <a:ext cx="609600" cy="609600"/>
          </a:xfrm>
          <a:custGeom>
            <a:avLst/>
            <a:gdLst>
              <a:gd name="T0" fmla="*/ 304801 w 21600"/>
              <a:gd name="T1" fmla="*/ 304801 h 21600"/>
              <a:gd name="T2" fmla="*/ 304801 w 21600"/>
              <a:gd name="T3" fmla="*/ 304801 h 21600"/>
              <a:gd name="T4" fmla="*/ 304801 w 21600"/>
              <a:gd name="T5" fmla="*/ 304801 h 21600"/>
              <a:gd name="T6" fmla="*/ 304801 w 21600"/>
              <a:gd name="T7" fmla="*/ 30480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9" y="141"/>
                </a:lnTo>
                <a:lnTo>
                  <a:pt x="7387" y="551"/>
                </a:lnTo>
                <a:lnTo>
                  <a:pt x="5838" y="1206"/>
                </a:lnTo>
                <a:lnTo>
                  <a:pt x="4423" y="2084"/>
                </a:lnTo>
                <a:lnTo>
                  <a:pt x="3164" y="3164"/>
                </a:lnTo>
                <a:lnTo>
                  <a:pt x="2084" y="4423"/>
                </a:lnTo>
                <a:lnTo>
                  <a:pt x="1206" y="5838"/>
                </a:lnTo>
                <a:lnTo>
                  <a:pt x="551" y="7387"/>
                </a:lnTo>
                <a:lnTo>
                  <a:pt x="141" y="9049"/>
                </a:lnTo>
                <a:lnTo>
                  <a:pt x="0" y="10800"/>
                </a:lnTo>
                <a:lnTo>
                  <a:pt x="141" y="12551"/>
                </a:lnTo>
                <a:lnTo>
                  <a:pt x="551" y="14213"/>
                </a:lnTo>
                <a:lnTo>
                  <a:pt x="1206" y="15762"/>
                </a:lnTo>
                <a:lnTo>
                  <a:pt x="2084" y="17177"/>
                </a:lnTo>
                <a:lnTo>
                  <a:pt x="3164" y="18436"/>
                </a:lnTo>
                <a:lnTo>
                  <a:pt x="4423" y="19516"/>
                </a:lnTo>
                <a:lnTo>
                  <a:pt x="5838" y="20394"/>
                </a:lnTo>
                <a:lnTo>
                  <a:pt x="7387" y="21049"/>
                </a:lnTo>
                <a:lnTo>
                  <a:pt x="9049" y="21459"/>
                </a:lnTo>
                <a:lnTo>
                  <a:pt x="10800" y="21600"/>
                </a:lnTo>
                <a:lnTo>
                  <a:pt x="12551" y="21459"/>
                </a:lnTo>
                <a:lnTo>
                  <a:pt x="14213" y="21049"/>
                </a:lnTo>
                <a:lnTo>
                  <a:pt x="15762" y="20394"/>
                </a:lnTo>
                <a:lnTo>
                  <a:pt x="17177" y="19516"/>
                </a:lnTo>
                <a:lnTo>
                  <a:pt x="18436" y="18436"/>
                </a:lnTo>
                <a:lnTo>
                  <a:pt x="19516" y="17177"/>
                </a:lnTo>
                <a:lnTo>
                  <a:pt x="20394" y="15762"/>
                </a:lnTo>
                <a:lnTo>
                  <a:pt x="21049" y="14213"/>
                </a:lnTo>
                <a:lnTo>
                  <a:pt x="21459" y="12551"/>
                </a:lnTo>
                <a:lnTo>
                  <a:pt x="21600" y="10800"/>
                </a:lnTo>
                <a:lnTo>
                  <a:pt x="21459" y="9049"/>
                </a:lnTo>
                <a:lnTo>
                  <a:pt x="21049" y="7387"/>
                </a:lnTo>
                <a:lnTo>
                  <a:pt x="20394" y="5838"/>
                </a:lnTo>
                <a:lnTo>
                  <a:pt x="19516" y="4423"/>
                </a:lnTo>
                <a:lnTo>
                  <a:pt x="18436" y="3164"/>
                </a:lnTo>
                <a:lnTo>
                  <a:pt x="17177" y="2084"/>
                </a:lnTo>
                <a:lnTo>
                  <a:pt x="15762" y="1206"/>
                </a:lnTo>
                <a:lnTo>
                  <a:pt x="14213" y="551"/>
                </a:lnTo>
                <a:lnTo>
                  <a:pt x="12551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endParaRPr lang="en-US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BD189B0-7CC7-57D9-4F0E-F803112846A1}"/>
              </a:ext>
            </a:extLst>
          </p:cNvPr>
          <p:cNvSpPr txBox="1"/>
          <p:nvPr/>
        </p:nvSpPr>
        <p:spPr>
          <a:xfrm>
            <a:off x="1401763" y="3548508"/>
            <a:ext cx="152400" cy="2587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1</a:t>
            </a:r>
          </a:p>
        </p:txBody>
      </p:sp>
      <p:pic>
        <p:nvPicPr>
          <p:cNvPr id="9" name="object 8" descr="object 8">
            <a:extLst>
              <a:ext uri="{FF2B5EF4-FFF2-40B4-BE49-F238E27FC236}">
                <a16:creationId xmlns:a16="http://schemas.microsoft.com/office/drawing/2014/main" id="{6A785913-A2E7-2A7B-299D-9D98B7299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150" y="1929893"/>
            <a:ext cx="3315622" cy="2404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2" name="object 9" descr="object 9">
            <a:extLst>
              <a:ext uri="{FF2B5EF4-FFF2-40B4-BE49-F238E27FC236}">
                <a16:creationId xmlns:a16="http://schemas.microsoft.com/office/drawing/2014/main" id="{A6A9539D-3818-FA71-99A8-53BFFFAA6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142" y="4419825"/>
            <a:ext cx="3303580" cy="2393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4" name="object 10">
            <a:extLst>
              <a:ext uri="{FF2B5EF4-FFF2-40B4-BE49-F238E27FC236}">
                <a16:creationId xmlns:a16="http://schemas.microsoft.com/office/drawing/2014/main" id="{F58D56BD-26AB-E45E-2C95-BFDA6CA17EDF}"/>
              </a:ext>
            </a:extLst>
          </p:cNvPr>
          <p:cNvSpPr>
            <a:spLocks/>
          </p:cNvSpPr>
          <p:nvPr/>
        </p:nvSpPr>
        <p:spPr bwMode="auto">
          <a:xfrm>
            <a:off x="6045200" y="2133417"/>
            <a:ext cx="609600" cy="609600"/>
          </a:xfrm>
          <a:custGeom>
            <a:avLst/>
            <a:gdLst>
              <a:gd name="T0" fmla="*/ 304800 w 21600"/>
              <a:gd name="T1" fmla="*/ 304801 h 21600"/>
              <a:gd name="T2" fmla="*/ 304800 w 21600"/>
              <a:gd name="T3" fmla="*/ 304801 h 21600"/>
              <a:gd name="T4" fmla="*/ 304800 w 21600"/>
              <a:gd name="T5" fmla="*/ 304801 h 21600"/>
              <a:gd name="T6" fmla="*/ 304800 w 21600"/>
              <a:gd name="T7" fmla="*/ 30480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9" y="141"/>
                </a:lnTo>
                <a:lnTo>
                  <a:pt x="7387" y="551"/>
                </a:lnTo>
                <a:lnTo>
                  <a:pt x="5838" y="1206"/>
                </a:lnTo>
                <a:lnTo>
                  <a:pt x="4423" y="2084"/>
                </a:lnTo>
                <a:lnTo>
                  <a:pt x="3164" y="3164"/>
                </a:lnTo>
                <a:lnTo>
                  <a:pt x="2084" y="4423"/>
                </a:lnTo>
                <a:lnTo>
                  <a:pt x="1206" y="5838"/>
                </a:lnTo>
                <a:lnTo>
                  <a:pt x="551" y="7387"/>
                </a:lnTo>
                <a:lnTo>
                  <a:pt x="141" y="9049"/>
                </a:lnTo>
                <a:lnTo>
                  <a:pt x="0" y="10800"/>
                </a:lnTo>
                <a:lnTo>
                  <a:pt x="141" y="12551"/>
                </a:lnTo>
                <a:lnTo>
                  <a:pt x="551" y="14213"/>
                </a:lnTo>
                <a:lnTo>
                  <a:pt x="1206" y="15762"/>
                </a:lnTo>
                <a:lnTo>
                  <a:pt x="2084" y="17177"/>
                </a:lnTo>
                <a:lnTo>
                  <a:pt x="3164" y="18436"/>
                </a:lnTo>
                <a:lnTo>
                  <a:pt x="4423" y="19516"/>
                </a:lnTo>
                <a:lnTo>
                  <a:pt x="5838" y="20394"/>
                </a:lnTo>
                <a:lnTo>
                  <a:pt x="7387" y="21049"/>
                </a:lnTo>
                <a:lnTo>
                  <a:pt x="9049" y="21459"/>
                </a:lnTo>
                <a:lnTo>
                  <a:pt x="10800" y="21600"/>
                </a:lnTo>
                <a:lnTo>
                  <a:pt x="12551" y="21459"/>
                </a:lnTo>
                <a:lnTo>
                  <a:pt x="14213" y="21049"/>
                </a:lnTo>
                <a:lnTo>
                  <a:pt x="15762" y="20394"/>
                </a:lnTo>
                <a:lnTo>
                  <a:pt x="17177" y="19516"/>
                </a:lnTo>
                <a:lnTo>
                  <a:pt x="18436" y="18436"/>
                </a:lnTo>
                <a:lnTo>
                  <a:pt x="19516" y="17177"/>
                </a:lnTo>
                <a:lnTo>
                  <a:pt x="20394" y="15762"/>
                </a:lnTo>
                <a:lnTo>
                  <a:pt x="21049" y="14213"/>
                </a:lnTo>
                <a:lnTo>
                  <a:pt x="21459" y="12551"/>
                </a:lnTo>
                <a:lnTo>
                  <a:pt x="21600" y="10800"/>
                </a:lnTo>
                <a:lnTo>
                  <a:pt x="21459" y="9049"/>
                </a:lnTo>
                <a:lnTo>
                  <a:pt x="21049" y="7387"/>
                </a:lnTo>
                <a:lnTo>
                  <a:pt x="20394" y="5838"/>
                </a:lnTo>
                <a:lnTo>
                  <a:pt x="19516" y="4423"/>
                </a:lnTo>
                <a:lnTo>
                  <a:pt x="18436" y="3164"/>
                </a:lnTo>
                <a:lnTo>
                  <a:pt x="17177" y="2084"/>
                </a:lnTo>
                <a:lnTo>
                  <a:pt x="15762" y="1206"/>
                </a:lnTo>
                <a:lnTo>
                  <a:pt x="14213" y="551"/>
                </a:lnTo>
                <a:lnTo>
                  <a:pt x="12551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59DD24EB-E377-76C6-D181-49CCD34923B9}"/>
              </a:ext>
            </a:extLst>
          </p:cNvPr>
          <p:cNvSpPr txBox="1"/>
          <p:nvPr/>
        </p:nvSpPr>
        <p:spPr>
          <a:xfrm>
            <a:off x="6275388" y="2296929"/>
            <a:ext cx="152400" cy="258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2</a:t>
            </a: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A4566017-6F09-BCD6-BBEF-6F9087AAD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2090260"/>
            <a:ext cx="3502025" cy="501650"/>
          </a:xfrm>
          <a:prstGeom prst="rect">
            <a:avLst/>
          </a:prstGeom>
          <a:solidFill>
            <a:srgbClr val="F1F1F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7C982AEB-3134-60C3-CFE6-89E6027BA108}"/>
              </a:ext>
            </a:extLst>
          </p:cNvPr>
          <p:cNvSpPr txBox="1"/>
          <p:nvPr/>
        </p:nvSpPr>
        <p:spPr>
          <a:xfrm>
            <a:off x="747713" y="2112485"/>
            <a:ext cx="3470275" cy="596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marL="242888" indent="-215900">
              <a:tabLst>
                <a:tab pos="622300" algn="l"/>
                <a:tab pos="1320800" algn="l"/>
                <a:tab pos="1790700" algn="l"/>
                <a:tab pos="2362200" algn="l"/>
                <a:tab pos="27686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>
              <a:tabLst>
                <a:tab pos="622300" algn="l"/>
                <a:tab pos="1320800" algn="l"/>
                <a:tab pos="1790700" algn="l"/>
                <a:tab pos="2362200" algn="l"/>
                <a:tab pos="27686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>
              <a:tabLst>
                <a:tab pos="622300" algn="l"/>
                <a:tab pos="1320800" algn="l"/>
                <a:tab pos="1790700" algn="l"/>
                <a:tab pos="2362200" algn="l"/>
                <a:tab pos="27686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>
              <a:tabLst>
                <a:tab pos="622300" algn="l"/>
                <a:tab pos="1320800" algn="l"/>
                <a:tab pos="1790700" algn="l"/>
                <a:tab pos="2362200" algn="l"/>
                <a:tab pos="27686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>
              <a:tabLst>
                <a:tab pos="622300" algn="l"/>
                <a:tab pos="1320800" algn="l"/>
                <a:tab pos="1790700" algn="l"/>
                <a:tab pos="2362200" algn="l"/>
                <a:tab pos="27686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22300" algn="l"/>
                <a:tab pos="1320800" algn="l"/>
                <a:tab pos="1790700" algn="l"/>
                <a:tab pos="2362200" algn="l"/>
                <a:tab pos="27686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622300" algn="l"/>
                <a:tab pos="1320800" algn="l"/>
                <a:tab pos="1790700" algn="l"/>
                <a:tab pos="2362200" algn="l"/>
                <a:tab pos="27686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622300" algn="l"/>
                <a:tab pos="1320800" algn="l"/>
                <a:tab pos="1790700" algn="l"/>
                <a:tab pos="2362200" algn="l"/>
                <a:tab pos="27686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622300" algn="l"/>
                <a:tab pos="1320800" algn="l"/>
                <a:tab pos="1790700" algn="l"/>
                <a:tab pos="2362200" algn="l"/>
                <a:tab pos="27686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>
              <a:spcBef>
                <a:spcPts val="100"/>
              </a:spcBef>
            </a:pPr>
            <a:r>
              <a:rPr lang="en-US" altLang="en-US" baseline="2000" dirty="0">
                <a:solidFill>
                  <a:srgbClr val="E8E7E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ℹ️ </a:t>
            </a:r>
            <a:r>
              <a:rPr lang="en-US" altLang="en-US" sz="1400" dirty="0" err="1">
                <a:latin typeface="Geneva"/>
                <a:ea typeface="Geneva"/>
                <a:cs typeface="Geneva"/>
                <a:sym typeface="Geneva"/>
              </a:rPr>
              <a:t>Più</a:t>
            </a:r>
            <a:r>
              <a:rPr lang="en-US" altLang="en-US" sz="1400" dirty="0">
                <a:latin typeface="Geneva"/>
                <a:ea typeface="Geneva"/>
                <a:cs typeface="Geneva"/>
                <a:sym typeface="Geneva"/>
              </a:rPr>
              <a:t>	</a:t>
            </a:r>
            <a:r>
              <a:rPr lang="en-US" altLang="en-US" sz="1400" dirty="0" err="1">
                <a:latin typeface="Geneva"/>
                <a:ea typeface="Geneva"/>
                <a:cs typeface="Geneva"/>
                <a:sym typeface="Geneva"/>
              </a:rPr>
              <a:t>variabili</a:t>
            </a:r>
            <a:r>
              <a:rPr lang="en-US" altLang="en-US" sz="1400" dirty="0">
                <a:latin typeface="Geneva"/>
                <a:ea typeface="Geneva"/>
                <a:cs typeface="Geneva"/>
                <a:sym typeface="Geneva"/>
              </a:rPr>
              <a:t>	</a:t>
            </a:r>
            <a:r>
              <a:rPr lang="en-US" altLang="en-US" sz="1400" i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dello</a:t>
            </a: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lang="en-US" altLang="en-US" sz="1400" i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stesso</a:t>
            </a: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lang="en-US" altLang="en-US" sz="1400" i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tipo</a:t>
            </a: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lang="en-US" altLang="en-US" sz="1400" dirty="0" err="1">
                <a:latin typeface="Geneva"/>
                <a:ea typeface="Geneva"/>
                <a:cs typeface="Geneva"/>
                <a:sym typeface="Geneva"/>
              </a:rPr>
              <a:t>possono</a:t>
            </a:r>
            <a:r>
              <a:rPr lang="en-US" altLang="en-US" sz="1400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sz="1400" dirty="0" err="1">
                <a:latin typeface="Geneva"/>
                <a:ea typeface="Geneva"/>
                <a:cs typeface="Geneva"/>
                <a:sym typeface="Geneva"/>
              </a:rPr>
              <a:t>essere</a:t>
            </a:r>
            <a:r>
              <a:rPr lang="en-US" altLang="en-US" sz="1400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sz="1400" dirty="0" err="1">
                <a:latin typeface="Geneva"/>
                <a:ea typeface="Geneva"/>
                <a:cs typeface="Geneva"/>
                <a:sym typeface="Geneva"/>
              </a:rPr>
              <a:t>dichiarate</a:t>
            </a:r>
            <a:r>
              <a:rPr lang="en-US" altLang="en-US" sz="1400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sz="1400" dirty="0" err="1">
                <a:latin typeface="Geneva"/>
                <a:ea typeface="Geneva"/>
                <a:cs typeface="Geneva"/>
                <a:sym typeface="Geneva"/>
              </a:rPr>
              <a:t>nella</a:t>
            </a:r>
            <a:r>
              <a:rPr lang="en-US" altLang="en-US" sz="1400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sz="1400" dirty="0" err="1">
                <a:latin typeface="Geneva"/>
                <a:ea typeface="Geneva"/>
                <a:cs typeface="Geneva"/>
                <a:sym typeface="Geneva"/>
              </a:rPr>
              <a:t>stessa</a:t>
            </a:r>
            <a:r>
              <a:rPr lang="en-US" altLang="en-US" sz="1400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sz="1400" dirty="0" err="1">
                <a:latin typeface="Geneva"/>
                <a:ea typeface="Geneva"/>
                <a:cs typeface="Geneva"/>
                <a:sym typeface="Geneva"/>
              </a:rPr>
              <a:t>istruzione</a:t>
            </a:r>
            <a:r>
              <a:rPr lang="en-US" altLang="en-US" sz="1400" dirty="0">
                <a:latin typeface="Geneva"/>
                <a:ea typeface="Geneva"/>
                <a:cs typeface="Geneva"/>
                <a:sym typeface="Geneva"/>
              </a:rPr>
              <a:t>.</a:t>
            </a: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95E074B4-3E6A-3EA9-7025-16F322AE10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7038" y="2091848"/>
            <a:ext cx="0" cy="501650"/>
          </a:xfrm>
          <a:prstGeom prst="line">
            <a:avLst/>
          </a:prstGeom>
          <a:noFill/>
          <a:ln w="38100">
            <a:solidFill>
              <a:srgbClr val="F59F2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64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186D-47E8-5E87-0AAE-D637B0BC7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C4C0-ABBA-0FC9-2CE3-336C52F3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5 - Soluzioni </a:t>
            </a: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9E718556-67FD-7C22-67F2-2922A8024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30" y="1997223"/>
            <a:ext cx="4513262" cy="17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object 4" descr="object 4">
            <a:extLst>
              <a:ext uri="{FF2B5EF4-FFF2-40B4-BE49-F238E27FC236}">
                <a16:creationId xmlns:a16="http://schemas.microsoft.com/office/drawing/2014/main" id="{F9207587-EC3C-E425-1EDF-53D70CE1B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605" y="2008336"/>
            <a:ext cx="5170487" cy="431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3457DEF-2327-322B-A6AB-9C298102A062}"/>
              </a:ext>
            </a:extLst>
          </p:cNvPr>
          <p:cNvSpPr>
            <a:spLocks/>
          </p:cNvSpPr>
          <p:nvPr/>
        </p:nvSpPr>
        <p:spPr bwMode="auto">
          <a:xfrm>
            <a:off x="259242" y="1955948"/>
            <a:ext cx="609600" cy="609600"/>
          </a:xfrm>
          <a:custGeom>
            <a:avLst/>
            <a:gdLst>
              <a:gd name="T0" fmla="*/ 304801 w 21600"/>
              <a:gd name="T1" fmla="*/ 304801 h 21600"/>
              <a:gd name="T2" fmla="*/ 304801 w 21600"/>
              <a:gd name="T3" fmla="*/ 304801 h 21600"/>
              <a:gd name="T4" fmla="*/ 304801 w 21600"/>
              <a:gd name="T5" fmla="*/ 304801 h 21600"/>
              <a:gd name="T6" fmla="*/ 304801 w 21600"/>
              <a:gd name="T7" fmla="*/ 30480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8" y="141"/>
                </a:lnTo>
                <a:lnTo>
                  <a:pt x="7386" y="551"/>
                </a:lnTo>
                <a:lnTo>
                  <a:pt x="5837" y="1206"/>
                </a:lnTo>
                <a:lnTo>
                  <a:pt x="4422" y="2084"/>
                </a:lnTo>
                <a:lnTo>
                  <a:pt x="3163" y="3164"/>
                </a:lnTo>
                <a:lnTo>
                  <a:pt x="2084" y="4423"/>
                </a:lnTo>
                <a:lnTo>
                  <a:pt x="1205" y="5838"/>
                </a:lnTo>
                <a:lnTo>
                  <a:pt x="551" y="7387"/>
                </a:lnTo>
                <a:lnTo>
                  <a:pt x="141" y="9049"/>
                </a:lnTo>
                <a:lnTo>
                  <a:pt x="0" y="10800"/>
                </a:lnTo>
                <a:lnTo>
                  <a:pt x="141" y="12551"/>
                </a:lnTo>
                <a:lnTo>
                  <a:pt x="551" y="14213"/>
                </a:lnTo>
                <a:lnTo>
                  <a:pt x="1205" y="15762"/>
                </a:lnTo>
                <a:lnTo>
                  <a:pt x="2084" y="17177"/>
                </a:lnTo>
                <a:lnTo>
                  <a:pt x="3163" y="18436"/>
                </a:lnTo>
                <a:lnTo>
                  <a:pt x="4422" y="19516"/>
                </a:lnTo>
                <a:lnTo>
                  <a:pt x="5837" y="20394"/>
                </a:lnTo>
                <a:lnTo>
                  <a:pt x="7386" y="21049"/>
                </a:lnTo>
                <a:lnTo>
                  <a:pt x="9048" y="21459"/>
                </a:lnTo>
                <a:lnTo>
                  <a:pt x="10800" y="21600"/>
                </a:lnTo>
                <a:lnTo>
                  <a:pt x="12552" y="21459"/>
                </a:lnTo>
                <a:lnTo>
                  <a:pt x="14214" y="21049"/>
                </a:lnTo>
                <a:lnTo>
                  <a:pt x="15763" y="20394"/>
                </a:lnTo>
                <a:lnTo>
                  <a:pt x="17178" y="19516"/>
                </a:lnTo>
                <a:lnTo>
                  <a:pt x="18437" y="18436"/>
                </a:lnTo>
                <a:lnTo>
                  <a:pt x="19516" y="17177"/>
                </a:lnTo>
                <a:lnTo>
                  <a:pt x="20395" y="15762"/>
                </a:lnTo>
                <a:lnTo>
                  <a:pt x="21049" y="14213"/>
                </a:lnTo>
                <a:lnTo>
                  <a:pt x="21459" y="12551"/>
                </a:lnTo>
                <a:lnTo>
                  <a:pt x="21600" y="10800"/>
                </a:lnTo>
                <a:lnTo>
                  <a:pt x="21459" y="9049"/>
                </a:lnTo>
                <a:lnTo>
                  <a:pt x="21049" y="7387"/>
                </a:lnTo>
                <a:lnTo>
                  <a:pt x="20395" y="5838"/>
                </a:lnTo>
                <a:lnTo>
                  <a:pt x="19516" y="4423"/>
                </a:lnTo>
                <a:lnTo>
                  <a:pt x="18437" y="3164"/>
                </a:lnTo>
                <a:lnTo>
                  <a:pt x="17178" y="2084"/>
                </a:lnTo>
                <a:lnTo>
                  <a:pt x="15763" y="1206"/>
                </a:lnTo>
                <a:lnTo>
                  <a:pt x="14214" y="551"/>
                </a:lnTo>
                <a:lnTo>
                  <a:pt x="12552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27C0E0F-9838-38F9-BBC8-15F62D168A19}"/>
              </a:ext>
            </a:extLst>
          </p:cNvPr>
          <p:cNvSpPr txBox="1"/>
          <p:nvPr/>
        </p:nvSpPr>
        <p:spPr>
          <a:xfrm>
            <a:off x="487842" y="2117873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1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755CC48-AAB5-A110-DBB8-27AD2242EA1A}"/>
              </a:ext>
            </a:extLst>
          </p:cNvPr>
          <p:cNvSpPr>
            <a:spLocks/>
          </p:cNvSpPr>
          <p:nvPr/>
        </p:nvSpPr>
        <p:spPr bwMode="auto">
          <a:xfrm>
            <a:off x="5650392" y="1955948"/>
            <a:ext cx="609600" cy="609600"/>
          </a:xfrm>
          <a:custGeom>
            <a:avLst/>
            <a:gdLst>
              <a:gd name="T0" fmla="*/ 304801 w 21600"/>
              <a:gd name="T1" fmla="*/ 304801 h 21600"/>
              <a:gd name="T2" fmla="*/ 304801 w 21600"/>
              <a:gd name="T3" fmla="*/ 304801 h 21600"/>
              <a:gd name="T4" fmla="*/ 304801 w 21600"/>
              <a:gd name="T5" fmla="*/ 304801 h 21600"/>
              <a:gd name="T6" fmla="*/ 304801 w 21600"/>
              <a:gd name="T7" fmla="*/ 30480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9" y="141"/>
                </a:lnTo>
                <a:lnTo>
                  <a:pt x="7387" y="551"/>
                </a:lnTo>
                <a:lnTo>
                  <a:pt x="5838" y="1206"/>
                </a:lnTo>
                <a:lnTo>
                  <a:pt x="4423" y="2084"/>
                </a:lnTo>
                <a:lnTo>
                  <a:pt x="3164" y="3164"/>
                </a:lnTo>
                <a:lnTo>
                  <a:pt x="2084" y="4423"/>
                </a:lnTo>
                <a:lnTo>
                  <a:pt x="1206" y="5838"/>
                </a:lnTo>
                <a:lnTo>
                  <a:pt x="551" y="7387"/>
                </a:lnTo>
                <a:lnTo>
                  <a:pt x="141" y="9049"/>
                </a:lnTo>
                <a:lnTo>
                  <a:pt x="0" y="10800"/>
                </a:lnTo>
                <a:lnTo>
                  <a:pt x="141" y="12551"/>
                </a:lnTo>
                <a:lnTo>
                  <a:pt x="551" y="14213"/>
                </a:lnTo>
                <a:lnTo>
                  <a:pt x="1206" y="15762"/>
                </a:lnTo>
                <a:lnTo>
                  <a:pt x="2084" y="17177"/>
                </a:lnTo>
                <a:lnTo>
                  <a:pt x="3164" y="18436"/>
                </a:lnTo>
                <a:lnTo>
                  <a:pt x="4423" y="19516"/>
                </a:lnTo>
                <a:lnTo>
                  <a:pt x="5838" y="20394"/>
                </a:lnTo>
                <a:lnTo>
                  <a:pt x="7387" y="21049"/>
                </a:lnTo>
                <a:lnTo>
                  <a:pt x="9049" y="21459"/>
                </a:lnTo>
                <a:lnTo>
                  <a:pt x="10800" y="21600"/>
                </a:lnTo>
                <a:lnTo>
                  <a:pt x="12551" y="21459"/>
                </a:lnTo>
                <a:lnTo>
                  <a:pt x="14213" y="21049"/>
                </a:lnTo>
                <a:lnTo>
                  <a:pt x="15762" y="20394"/>
                </a:lnTo>
                <a:lnTo>
                  <a:pt x="17177" y="19516"/>
                </a:lnTo>
                <a:lnTo>
                  <a:pt x="18436" y="18436"/>
                </a:lnTo>
                <a:lnTo>
                  <a:pt x="19516" y="17177"/>
                </a:lnTo>
                <a:lnTo>
                  <a:pt x="20394" y="15762"/>
                </a:lnTo>
                <a:lnTo>
                  <a:pt x="21049" y="14213"/>
                </a:lnTo>
                <a:lnTo>
                  <a:pt x="21459" y="12551"/>
                </a:lnTo>
                <a:lnTo>
                  <a:pt x="21600" y="10800"/>
                </a:lnTo>
                <a:lnTo>
                  <a:pt x="21459" y="9049"/>
                </a:lnTo>
                <a:lnTo>
                  <a:pt x="21049" y="7387"/>
                </a:lnTo>
                <a:lnTo>
                  <a:pt x="20394" y="5838"/>
                </a:lnTo>
                <a:lnTo>
                  <a:pt x="19516" y="4423"/>
                </a:lnTo>
                <a:lnTo>
                  <a:pt x="18436" y="3164"/>
                </a:lnTo>
                <a:lnTo>
                  <a:pt x="17177" y="2084"/>
                </a:lnTo>
                <a:lnTo>
                  <a:pt x="15762" y="1206"/>
                </a:lnTo>
                <a:lnTo>
                  <a:pt x="14213" y="551"/>
                </a:lnTo>
                <a:lnTo>
                  <a:pt x="12551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endParaRPr lang="en-US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948A36AA-0650-047A-AE86-78EED95F5B88}"/>
              </a:ext>
            </a:extLst>
          </p:cNvPr>
          <p:cNvSpPr txBox="1"/>
          <p:nvPr/>
        </p:nvSpPr>
        <p:spPr>
          <a:xfrm>
            <a:off x="5880580" y="2117873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8675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514D6-B593-907C-879E-A69BFB68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4231CCCA-B093-462A-5F97-1A50B189ED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7F9361-8A05-FBB0-75AF-B5748B10E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182313"/>
            <a:ext cx="4604945" cy="2504408"/>
          </a:xfrm>
        </p:spPr>
        <p:txBody>
          <a:bodyPr anchor="ctr">
            <a:normAutofit/>
          </a:bodyPr>
          <a:lstStyle/>
          <a:p>
            <a:pPr algn="r"/>
            <a:r>
              <a:rPr lang="en-US" dirty="0" err="1">
                <a:latin typeface="Abadi" panose="020B0604020104020204" pitchFamily="34" charset="0"/>
              </a:rPr>
              <a:t>Cicli</a:t>
            </a:r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00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55EB-4AC6-17C5-E423-5BE641C92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2920-83DC-D221-858C-79E6520E2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 err="1"/>
              <a:t>Recap</a:t>
            </a:r>
            <a:r>
              <a:rPr lang="it-IT" dirty="0"/>
              <a:t> (1)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2DE5176A-6598-DA87-1AD0-457B6C5851DE}"/>
              </a:ext>
            </a:extLst>
          </p:cNvPr>
          <p:cNvSpPr txBox="1"/>
          <p:nvPr/>
        </p:nvSpPr>
        <p:spPr>
          <a:xfrm>
            <a:off x="756139" y="1962130"/>
            <a:ext cx="4816105" cy="166199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spcBef>
                <a:spcPts val="9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Molte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volte è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richiesto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ripetere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stesse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operazioni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(o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gruppo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operazioni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) per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più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volte.</a:t>
            </a:r>
          </a:p>
          <a:p>
            <a:pPr eaLnBrk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 </a:t>
            </a:r>
            <a:r>
              <a:rPr lang="en-US" altLang="en-US" i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cicli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permettono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ripetere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tutte 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istruzioni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all’interno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di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blocco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codice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</p:txBody>
      </p:sp>
      <p:grpSp>
        <p:nvGrpSpPr>
          <p:cNvPr id="10" name="object 5">
            <a:extLst>
              <a:ext uri="{FF2B5EF4-FFF2-40B4-BE49-F238E27FC236}">
                <a16:creationId xmlns:a16="http://schemas.microsoft.com/office/drawing/2014/main" id="{F37786AA-42BA-C2B2-6287-CB6F0C5795CC}"/>
              </a:ext>
            </a:extLst>
          </p:cNvPr>
          <p:cNvGrpSpPr>
            <a:grpSpLocks/>
          </p:cNvGrpSpPr>
          <p:nvPr/>
        </p:nvGrpSpPr>
        <p:grpSpPr bwMode="auto">
          <a:xfrm>
            <a:off x="8966994" y="740569"/>
            <a:ext cx="2787651" cy="5511801"/>
            <a:chOff x="0" y="0"/>
            <a:chExt cx="2787270" cy="5510783"/>
          </a:xfrm>
        </p:grpSpPr>
        <p:sp>
          <p:nvSpPr>
            <p:cNvPr id="34" name="object 6">
              <a:extLst>
                <a:ext uri="{FF2B5EF4-FFF2-40B4-BE49-F238E27FC236}">
                  <a16:creationId xmlns:a16="http://schemas.microsoft.com/office/drawing/2014/main" id="{0D549C8F-5936-903C-2CAD-1340FCC30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787270" cy="5196841"/>
            </a:xfrm>
            <a:custGeom>
              <a:avLst/>
              <a:gdLst>
                <a:gd name="T0" fmla="*/ 1393635 w 21600"/>
                <a:gd name="T1" fmla="*/ 2598421 h 21600"/>
                <a:gd name="T2" fmla="*/ 1393635 w 21600"/>
                <a:gd name="T3" fmla="*/ 2598421 h 21600"/>
                <a:gd name="T4" fmla="*/ 1393635 w 21600"/>
                <a:gd name="T5" fmla="*/ 2598421 h 21600"/>
                <a:gd name="T6" fmla="*/ 1393635 w 21600"/>
                <a:gd name="T7" fmla="*/ 2598421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8000" y="0"/>
                  </a:moveTo>
                  <a:lnTo>
                    <a:pt x="3600" y="0"/>
                  </a:lnTo>
                  <a:lnTo>
                    <a:pt x="3232" y="10"/>
                  </a:lnTo>
                  <a:lnTo>
                    <a:pt x="2875" y="39"/>
                  </a:lnTo>
                  <a:lnTo>
                    <a:pt x="2530" y="87"/>
                  </a:lnTo>
                  <a:lnTo>
                    <a:pt x="2199" y="152"/>
                  </a:lnTo>
                  <a:lnTo>
                    <a:pt x="1884" y="233"/>
                  </a:lnTo>
                  <a:lnTo>
                    <a:pt x="1587" y="330"/>
                  </a:lnTo>
                  <a:lnTo>
                    <a:pt x="1310" y="441"/>
                  </a:lnTo>
                  <a:lnTo>
                    <a:pt x="1055" y="566"/>
                  </a:lnTo>
                  <a:lnTo>
                    <a:pt x="822" y="703"/>
                  </a:lnTo>
                  <a:lnTo>
                    <a:pt x="615" y="851"/>
                  </a:lnTo>
                  <a:lnTo>
                    <a:pt x="435" y="1011"/>
                  </a:lnTo>
                  <a:lnTo>
                    <a:pt x="283" y="1179"/>
                  </a:lnTo>
                  <a:lnTo>
                    <a:pt x="162" y="1357"/>
                  </a:lnTo>
                  <a:lnTo>
                    <a:pt x="73" y="1542"/>
                  </a:lnTo>
                  <a:lnTo>
                    <a:pt x="19" y="1734"/>
                  </a:lnTo>
                  <a:lnTo>
                    <a:pt x="0" y="1931"/>
                  </a:lnTo>
                  <a:lnTo>
                    <a:pt x="0" y="19669"/>
                  </a:lnTo>
                  <a:lnTo>
                    <a:pt x="19" y="19867"/>
                  </a:lnTo>
                  <a:lnTo>
                    <a:pt x="73" y="20058"/>
                  </a:lnTo>
                  <a:lnTo>
                    <a:pt x="162" y="20243"/>
                  </a:lnTo>
                  <a:lnTo>
                    <a:pt x="283" y="20421"/>
                  </a:lnTo>
                  <a:lnTo>
                    <a:pt x="435" y="20589"/>
                  </a:lnTo>
                  <a:lnTo>
                    <a:pt x="615" y="20749"/>
                  </a:lnTo>
                  <a:lnTo>
                    <a:pt x="822" y="20897"/>
                  </a:lnTo>
                  <a:lnTo>
                    <a:pt x="1055" y="21034"/>
                  </a:lnTo>
                  <a:lnTo>
                    <a:pt x="1310" y="21159"/>
                  </a:lnTo>
                  <a:lnTo>
                    <a:pt x="1587" y="21270"/>
                  </a:lnTo>
                  <a:lnTo>
                    <a:pt x="1884" y="21367"/>
                  </a:lnTo>
                  <a:lnTo>
                    <a:pt x="2199" y="21448"/>
                  </a:lnTo>
                  <a:lnTo>
                    <a:pt x="2530" y="21513"/>
                  </a:lnTo>
                  <a:lnTo>
                    <a:pt x="2875" y="21561"/>
                  </a:lnTo>
                  <a:lnTo>
                    <a:pt x="3232" y="21590"/>
                  </a:lnTo>
                  <a:lnTo>
                    <a:pt x="3600" y="21600"/>
                  </a:lnTo>
                  <a:lnTo>
                    <a:pt x="18000" y="21600"/>
                  </a:lnTo>
                  <a:lnTo>
                    <a:pt x="18368" y="21590"/>
                  </a:lnTo>
                  <a:lnTo>
                    <a:pt x="18726" y="21561"/>
                  </a:lnTo>
                  <a:lnTo>
                    <a:pt x="19071" y="21513"/>
                  </a:lnTo>
                  <a:lnTo>
                    <a:pt x="19401" y="21448"/>
                  </a:lnTo>
                  <a:lnTo>
                    <a:pt x="19716" y="21367"/>
                  </a:lnTo>
                  <a:lnTo>
                    <a:pt x="20013" y="21270"/>
                  </a:lnTo>
                  <a:lnTo>
                    <a:pt x="20290" y="21159"/>
                  </a:lnTo>
                  <a:lnTo>
                    <a:pt x="20546" y="21034"/>
                  </a:lnTo>
                  <a:lnTo>
                    <a:pt x="20778" y="20897"/>
                  </a:lnTo>
                  <a:lnTo>
                    <a:pt x="20985" y="20749"/>
                  </a:lnTo>
                  <a:lnTo>
                    <a:pt x="21166" y="20589"/>
                  </a:lnTo>
                  <a:lnTo>
                    <a:pt x="21317" y="20421"/>
                  </a:lnTo>
                  <a:lnTo>
                    <a:pt x="21438" y="20243"/>
                  </a:lnTo>
                  <a:lnTo>
                    <a:pt x="21527" y="20058"/>
                  </a:lnTo>
                  <a:lnTo>
                    <a:pt x="21581" y="19867"/>
                  </a:lnTo>
                  <a:lnTo>
                    <a:pt x="21600" y="19669"/>
                  </a:lnTo>
                  <a:lnTo>
                    <a:pt x="21600" y="1931"/>
                  </a:lnTo>
                  <a:lnTo>
                    <a:pt x="21581" y="1734"/>
                  </a:lnTo>
                  <a:lnTo>
                    <a:pt x="21527" y="1542"/>
                  </a:lnTo>
                  <a:lnTo>
                    <a:pt x="21438" y="1357"/>
                  </a:lnTo>
                  <a:lnTo>
                    <a:pt x="21317" y="1179"/>
                  </a:lnTo>
                  <a:lnTo>
                    <a:pt x="21166" y="1011"/>
                  </a:lnTo>
                  <a:lnTo>
                    <a:pt x="20985" y="851"/>
                  </a:lnTo>
                  <a:lnTo>
                    <a:pt x="20778" y="703"/>
                  </a:lnTo>
                  <a:lnTo>
                    <a:pt x="20546" y="566"/>
                  </a:lnTo>
                  <a:lnTo>
                    <a:pt x="20290" y="441"/>
                  </a:lnTo>
                  <a:lnTo>
                    <a:pt x="20013" y="330"/>
                  </a:lnTo>
                  <a:lnTo>
                    <a:pt x="19716" y="233"/>
                  </a:lnTo>
                  <a:lnTo>
                    <a:pt x="19401" y="152"/>
                  </a:lnTo>
                  <a:lnTo>
                    <a:pt x="19071" y="87"/>
                  </a:lnTo>
                  <a:lnTo>
                    <a:pt x="18726" y="39"/>
                  </a:lnTo>
                  <a:lnTo>
                    <a:pt x="18368" y="10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35" name="object 7">
              <a:extLst>
                <a:ext uri="{FF2B5EF4-FFF2-40B4-BE49-F238E27FC236}">
                  <a16:creationId xmlns:a16="http://schemas.microsoft.com/office/drawing/2014/main" id="{4CC89FA6-3353-C772-8A0E-FE73A2EAF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127" y="4812791"/>
              <a:ext cx="711710" cy="697992"/>
            </a:xfrm>
            <a:custGeom>
              <a:avLst/>
              <a:gdLst>
                <a:gd name="T0" fmla="*/ 355855 w 21600"/>
                <a:gd name="T1" fmla="*/ 348996 h 21600"/>
                <a:gd name="T2" fmla="*/ 355855 w 21600"/>
                <a:gd name="T3" fmla="*/ 348996 h 21600"/>
                <a:gd name="T4" fmla="*/ 355855 w 21600"/>
                <a:gd name="T5" fmla="*/ 348996 h 21600"/>
                <a:gd name="T6" fmla="*/ 355855 w 21600"/>
                <a:gd name="T7" fmla="*/ 348996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9334" y="99"/>
                  </a:lnTo>
                  <a:lnTo>
                    <a:pt x="7928" y="386"/>
                  </a:lnTo>
                  <a:lnTo>
                    <a:pt x="6595" y="849"/>
                  </a:lnTo>
                  <a:lnTo>
                    <a:pt x="5348" y="1474"/>
                  </a:lnTo>
                  <a:lnTo>
                    <a:pt x="4200" y="2250"/>
                  </a:lnTo>
                  <a:lnTo>
                    <a:pt x="3163" y="3163"/>
                  </a:lnTo>
                  <a:lnTo>
                    <a:pt x="2250" y="4200"/>
                  </a:lnTo>
                  <a:lnTo>
                    <a:pt x="1474" y="5349"/>
                  </a:lnTo>
                  <a:lnTo>
                    <a:pt x="848" y="6596"/>
                  </a:lnTo>
                  <a:lnTo>
                    <a:pt x="386" y="7929"/>
                  </a:lnTo>
                  <a:lnTo>
                    <a:pt x="99" y="9334"/>
                  </a:lnTo>
                  <a:lnTo>
                    <a:pt x="0" y="10800"/>
                  </a:lnTo>
                  <a:lnTo>
                    <a:pt x="99" y="12266"/>
                  </a:lnTo>
                  <a:lnTo>
                    <a:pt x="386" y="13671"/>
                  </a:lnTo>
                  <a:lnTo>
                    <a:pt x="848" y="15004"/>
                  </a:lnTo>
                  <a:lnTo>
                    <a:pt x="1474" y="16251"/>
                  </a:lnTo>
                  <a:lnTo>
                    <a:pt x="2250" y="17400"/>
                  </a:lnTo>
                  <a:lnTo>
                    <a:pt x="3163" y="18437"/>
                  </a:lnTo>
                  <a:lnTo>
                    <a:pt x="4200" y="19350"/>
                  </a:lnTo>
                  <a:lnTo>
                    <a:pt x="5348" y="20126"/>
                  </a:lnTo>
                  <a:lnTo>
                    <a:pt x="6595" y="20751"/>
                  </a:lnTo>
                  <a:lnTo>
                    <a:pt x="7928" y="21214"/>
                  </a:lnTo>
                  <a:lnTo>
                    <a:pt x="9334" y="21501"/>
                  </a:lnTo>
                  <a:lnTo>
                    <a:pt x="10800" y="21600"/>
                  </a:lnTo>
                  <a:lnTo>
                    <a:pt x="12265" y="21501"/>
                  </a:lnTo>
                  <a:lnTo>
                    <a:pt x="13670" y="21214"/>
                  </a:lnTo>
                  <a:lnTo>
                    <a:pt x="15003" y="20751"/>
                  </a:lnTo>
                  <a:lnTo>
                    <a:pt x="16250" y="20126"/>
                  </a:lnTo>
                  <a:lnTo>
                    <a:pt x="17399" y="19350"/>
                  </a:lnTo>
                  <a:lnTo>
                    <a:pt x="18436" y="18437"/>
                  </a:lnTo>
                  <a:lnTo>
                    <a:pt x="19349" y="17400"/>
                  </a:lnTo>
                  <a:lnTo>
                    <a:pt x="20125" y="16251"/>
                  </a:lnTo>
                  <a:lnTo>
                    <a:pt x="20751" y="15004"/>
                  </a:lnTo>
                  <a:lnTo>
                    <a:pt x="21214" y="13671"/>
                  </a:lnTo>
                  <a:lnTo>
                    <a:pt x="21501" y="12266"/>
                  </a:lnTo>
                  <a:lnTo>
                    <a:pt x="21600" y="10800"/>
                  </a:lnTo>
                  <a:lnTo>
                    <a:pt x="21501" y="9334"/>
                  </a:lnTo>
                  <a:lnTo>
                    <a:pt x="21214" y="7929"/>
                  </a:lnTo>
                  <a:lnTo>
                    <a:pt x="20751" y="6596"/>
                  </a:lnTo>
                  <a:lnTo>
                    <a:pt x="20125" y="5349"/>
                  </a:lnTo>
                  <a:lnTo>
                    <a:pt x="19349" y="4200"/>
                  </a:lnTo>
                  <a:lnTo>
                    <a:pt x="18436" y="3163"/>
                  </a:lnTo>
                  <a:lnTo>
                    <a:pt x="17399" y="2250"/>
                  </a:lnTo>
                  <a:lnTo>
                    <a:pt x="16250" y="1474"/>
                  </a:lnTo>
                  <a:lnTo>
                    <a:pt x="15003" y="849"/>
                  </a:lnTo>
                  <a:lnTo>
                    <a:pt x="13670" y="386"/>
                  </a:lnTo>
                  <a:lnTo>
                    <a:pt x="12265" y="99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36" name="object 8">
              <a:extLst>
                <a:ext uri="{FF2B5EF4-FFF2-40B4-BE49-F238E27FC236}">
                  <a16:creationId xmlns:a16="http://schemas.microsoft.com/office/drawing/2014/main" id="{00413D97-1E15-D239-14E8-8C1225AE5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19" y="4856988"/>
              <a:ext cx="611127" cy="609600"/>
            </a:xfrm>
            <a:custGeom>
              <a:avLst/>
              <a:gdLst>
                <a:gd name="T0" fmla="*/ 305564 w 21600"/>
                <a:gd name="T1" fmla="*/ 304800 h 21600"/>
                <a:gd name="T2" fmla="*/ 305564 w 21600"/>
                <a:gd name="T3" fmla="*/ 304800 h 21600"/>
                <a:gd name="T4" fmla="*/ 305564 w 21600"/>
                <a:gd name="T5" fmla="*/ 304800 h 21600"/>
                <a:gd name="T6" fmla="*/ 305564 w 21600"/>
                <a:gd name="T7" fmla="*/ 30480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9048" y="141"/>
                  </a:lnTo>
                  <a:lnTo>
                    <a:pt x="7386" y="551"/>
                  </a:lnTo>
                  <a:lnTo>
                    <a:pt x="5836" y="1205"/>
                  </a:lnTo>
                  <a:lnTo>
                    <a:pt x="4421" y="2084"/>
                  </a:lnTo>
                  <a:lnTo>
                    <a:pt x="3163" y="3163"/>
                  </a:lnTo>
                  <a:lnTo>
                    <a:pt x="2083" y="4422"/>
                  </a:lnTo>
                  <a:lnTo>
                    <a:pt x="1205" y="5837"/>
                  </a:lnTo>
                  <a:lnTo>
                    <a:pt x="550" y="7386"/>
                  </a:lnTo>
                  <a:lnTo>
                    <a:pt x="141" y="9048"/>
                  </a:lnTo>
                  <a:lnTo>
                    <a:pt x="0" y="10800"/>
                  </a:lnTo>
                  <a:lnTo>
                    <a:pt x="141" y="12552"/>
                  </a:lnTo>
                  <a:lnTo>
                    <a:pt x="550" y="14214"/>
                  </a:lnTo>
                  <a:lnTo>
                    <a:pt x="1205" y="15763"/>
                  </a:lnTo>
                  <a:lnTo>
                    <a:pt x="2083" y="17178"/>
                  </a:lnTo>
                  <a:lnTo>
                    <a:pt x="3163" y="18437"/>
                  </a:lnTo>
                  <a:lnTo>
                    <a:pt x="4421" y="19516"/>
                  </a:lnTo>
                  <a:lnTo>
                    <a:pt x="5836" y="20395"/>
                  </a:lnTo>
                  <a:lnTo>
                    <a:pt x="7386" y="21049"/>
                  </a:lnTo>
                  <a:lnTo>
                    <a:pt x="9048" y="21459"/>
                  </a:lnTo>
                  <a:lnTo>
                    <a:pt x="10800" y="21600"/>
                  </a:lnTo>
                  <a:lnTo>
                    <a:pt x="12552" y="21459"/>
                  </a:lnTo>
                  <a:lnTo>
                    <a:pt x="14214" y="21049"/>
                  </a:lnTo>
                  <a:lnTo>
                    <a:pt x="15764" y="20395"/>
                  </a:lnTo>
                  <a:lnTo>
                    <a:pt x="17179" y="19516"/>
                  </a:lnTo>
                  <a:lnTo>
                    <a:pt x="18437" y="18437"/>
                  </a:lnTo>
                  <a:lnTo>
                    <a:pt x="19516" y="17178"/>
                  </a:lnTo>
                  <a:lnTo>
                    <a:pt x="20395" y="15763"/>
                  </a:lnTo>
                  <a:lnTo>
                    <a:pt x="21049" y="14214"/>
                  </a:lnTo>
                  <a:lnTo>
                    <a:pt x="21459" y="12552"/>
                  </a:lnTo>
                  <a:lnTo>
                    <a:pt x="21600" y="10800"/>
                  </a:lnTo>
                  <a:lnTo>
                    <a:pt x="21459" y="9048"/>
                  </a:lnTo>
                  <a:lnTo>
                    <a:pt x="21049" y="7386"/>
                  </a:lnTo>
                  <a:lnTo>
                    <a:pt x="20395" y="5837"/>
                  </a:lnTo>
                  <a:lnTo>
                    <a:pt x="19516" y="4422"/>
                  </a:lnTo>
                  <a:lnTo>
                    <a:pt x="18437" y="3163"/>
                  </a:lnTo>
                  <a:lnTo>
                    <a:pt x="17179" y="2084"/>
                  </a:lnTo>
                  <a:lnTo>
                    <a:pt x="15764" y="1205"/>
                  </a:lnTo>
                  <a:lnTo>
                    <a:pt x="14214" y="551"/>
                  </a:lnTo>
                  <a:lnTo>
                    <a:pt x="12552" y="141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0D8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25E3451F-7CDC-0712-40A3-C97C0CF630A7}"/>
              </a:ext>
            </a:extLst>
          </p:cNvPr>
          <p:cNvSpPr txBox="1"/>
          <p:nvPr/>
        </p:nvSpPr>
        <p:spPr>
          <a:xfrm>
            <a:off x="10271919" y="5761831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2</a:t>
            </a:r>
          </a:p>
        </p:txBody>
      </p:sp>
      <p:pic>
        <p:nvPicPr>
          <p:cNvPr id="12" name="object 10" descr="object 10">
            <a:extLst>
              <a:ext uri="{FF2B5EF4-FFF2-40B4-BE49-F238E27FC236}">
                <a16:creationId xmlns:a16="http://schemas.microsoft.com/office/drawing/2014/main" id="{A3CEA904-B122-0D31-2243-1A9D599AF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6894" y="740569"/>
            <a:ext cx="2119312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3" name="object 12">
            <a:extLst>
              <a:ext uri="{FF2B5EF4-FFF2-40B4-BE49-F238E27FC236}">
                <a16:creationId xmlns:a16="http://schemas.microsoft.com/office/drawing/2014/main" id="{6D7D7859-CB12-3D86-5EA7-E3B47B195ED7}"/>
              </a:ext>
            </a:extLst>
          </p:cNvPr>
          <p:cNvSpPr txBox="1"/>
          <p:nvPr/>
        </p:nvSpPr>
        <p:spPr>
          <a:xfrm>
            <a:off x="466420" y="3895546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 fontAlgn="auto">
              <a:spcAft>
                <a:spcPts val="0"/>
              </a:spcAft>
              <a:defRPr/>
            </a:pPr>
            <a:r>
              <a:rPr kern="0" dirty="0"/>
              <a:t>1</a:t>
            </a: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22BB3C0A-B817-70A0-AE86-99C25B605638}"/>
              </a:ext>
            </a:extLst>
          </p:cNvPr>
          <p:cNvSpPr txBox="1"/>
          <p:nvPr/>
        </p:nvSpPr>
        <p:spPr>
          <a:xfrm>
            <a:off x="756138" y="3895546"/>
            <a:ext cx="4816106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spcBef>
                <a:spcPts val="1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Nei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tipo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while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condizione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viene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controllata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prima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eseguire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istruzioni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del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blocco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 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istruzioni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potrebbero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non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essere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mai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eaLnBrk="1"/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eseguite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73D65A1-975B-6D06-A249-754208D009D2}"/>
              </a:ext>
            </a:extLst>
          </p:cNvPr>
          <p:cNvSpPr txBox="1"/>
          <p:nvPr/>
        </p:nvSpPr>
        <p:spPr>
          <a:xfrm>
            <a:off x="457209" y="5279803"/>
            <a:ext cx="152400" cy="258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 fontAlgn="auto">
              <a:spcAft>
                <a:spcPts val="0"/>
              </a:spcAft>
              <a:defRPr/>
            </a:pPr>
            <a:r>
              <a:rPr kern="0" dirty="0"/>
              <a:t>2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7B973007-FD85-D1B3-E674-527C36B0EB0E}"/>
              </a:ext>
            </a:extLst>
          </p:cNvPr>
          <p:cNvSpPr txBox="1"/>
          <p:nvPr/>
        </p:nvSpPr>
        <p:spPr>
          <a:xfrm>
            <a:off x="748506" y="5279803"/>
            <a:ext cx="4831372" cy="13849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spcBef>
                <a:spcPts val="1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Nei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tipo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do-while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condizione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viene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controllata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dopo aver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eseguito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istruzioni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del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blocco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algn="just" eaLnBrk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istruzioni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vengono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quindi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eseguite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almeno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volta</a:t>
            </a:r>
          </a:p>
        </p:txBody>
      </p:sp>
      <p:grpSp>
        <p:nvGrpSpPr>
          <p:cNvPr id="26" name="object 17">
            <a:extLst>
              <a:ext uri="{FF2B5EF4-FFF2-40B4-BE49-F238E27FC236}">
                <a16:creationId xmlns:a16="http://schemas.microsoft.com/office/drawing/2014/main" id="{27823A87-9273-D165-3D1F-4BC907DDDD1E}"/>
              </a:ext>
            </a:extLst>
          </p:cNvPr>
          <p:cNvGrpSpPr>
            <a:grpSpLocks/>
          </p:cNvGrpSpPr>
          <p:nvPr/>
        </p:nvGrpSpPr>
        <p:grpSpPr bwMode="auto">
          <a:xfrm>
            <a:off x="5753894" y="740569"/>
            <a:ext cx="2786063" cy="5511801"/>
            <a:chOff x="0" y="0"/>
            <a:chExt cx="2785873" cy="5510783"/>
          </a:xfrm>
        </p:grpSpPr>
        <p:sp>
          <p:nvSpPr>
            <p:cNvPr id="31" name="object 18">
              <a:extLst>
                <a:ext uri="{FF2B5EF4-FFF2-40B4-BE49-F238E27FC236}">
                  <a16:creationId xmlns:a16="http://schemas.microsoft.com/office/drawing/2014/main" id="{E042E2C8-E2F8-A271-BDC0-3DC968EC4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785873" cy="5196841"/>
            </a:xfrm>
            <a:custGeom>
              <a:avLst/>
              <a:gdLst>
                <a:gd name="T0" fmla="*/ 1392937 w 21600"/>
                <a:gd name="T1" fmla="*/ 2598421 h 21600"/>
                <a:gd name="T2" fmla="*/ 1392937 w 21600"/>
                <a:gd name="T3" fmla="*/ 2598421 h 21600"/>
                <a:gd name="T4" fmla="*/ 1392937 w 21600"/>
                <a:gd name="T5" fmla="*/ 2598421 h 21600"/>
                <a:gd name="T6" fmla="*/ 1392937 w 21600"/>
                <a:gd name="T7" fmla="*/ 2598421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8000" y="0"/>
                  </a:moveTo>
                  <a:lnTo>
                    <a:pt x="3600" y="0"/>
                  </a:lnTo>
                  <a:lnTo>
                    <a:pt x="3232" y="10"/>
                  </a:lnTo>
                  <a:lnTo>
                    <a:pt x="2875" y="39"/>
                  </a:lnTo>
                  <a:lnTo>
                    <a:pt x="2530" y="87"/>
                  </a:lnTo>
                  <a:lnTo>
                    <a:pt x="2199" y="152"/>
                  </a:lnTo>
                  <a:lnTo>
                    <a:pt x="1884" y="233"/>
                  </a:lnTo>
                  <a:lnTo>
                    <a:pt x="1587" y="330"/>
                  </a:lnTo>
                  <a:lnTo>
                    <a:pt x="1310" y="441"/>
                  </a:lnTo>
                  <a:lnTo>
                    <a:pt x="1054" y="565"/>
                  </a:lnTo>
                  <a:lnTo>
                    <a:pt x="822" y="702"/>
                  </a:lnTo>
                  <a:lnTo>
                    <a:pt x="615" y="851"/>
                  </a:lnTo>
                  <a:lnTo>
                    <a:pt x="435" y="1010"/>
                  </a:lnTo>
                  <a:lnTo>
                    <a:pt x="283" y="1179"/>
                  </a:lnTo>
                  <a:lnTo>
                    <a:pt x="162" y="1356"/>
                  </a:lnTo>
                  <a:lnTo>
                    <a:pt x="73" y="1541"/>
                  </a:lnTo>
                  <a:lnTo>
                    <a:pt x="19" y="1733"/>
                  </a:lnTo>
                  <a:lnTo>
                    <a:pt x="0" y="1930"/>
                  </a:lnTo>
                  <a:lnTo>
                    <a:pt x="0" y="19670"/>
                  </a:lnTo>
                  <a:lnTo>
                    <a:pt x="19" y="19867"/>
                  </a:lnTo>
                  <a:lnTo>
                    <a:pt x="73" y="20059"/>
                  </a:lnTo>
                  <a:lnTo>
                    <a:pt x="162" y="20244"/>
                  </a:lnTo>
                  <a:lnTo>
                    <a:pt x="283" y="20421"/>
                  </a:lnTo>
                  <a:lnTo>
                    <a:pt x="435" y="20590"/>
                  </a:lnTo>
                  <a:lnTo>
                    <a:pt x="615" y="20749"/>
                  </a:lnTo>
                  <a:lnTo>
                    <a:pt x="822" y="20898"/>
                  </a:lnTo>
                  <a:lnTo>
                    <a:pt x="1054" y="21035"/>
                  </a:lnTo>
                  <a:lnTo>
                    <a:pt x="1310" y="21159"/>
                  </a:lnTo>
                  <a:lnTo>
                    <a:pt x="1587" y="21270"/>
                  </a:lnTo>
                  <a:lnTo>
                    <a:pt x="1884" y="21367"/>
                  </a:lnTo>
                  <a:lnTo>
                    <a:pt x="2199" y="21448"/>
                  </a:lnTo>
                  <a:lnTo>
                    <a:pt x="2530" y="21513"/>
                  </a:lnTo>
                  <a:lnTo>
                    <a:pt x="2875" y="21561"/>
                  </a:lnTo>
                  <a:lnTo>
                    <a:pt x="3232" y="21590"/>
                  </a:lnTo>
                  <a:lnTo>
                    <a:pt x="3600" y="21600"/>
                  </a:lnTo>
                  <a:lnTo>
                    <a:pt x="18000" y="21600"/>
                  </a:lnTo>
                  <a:lnTo>
                    <a:pt x="18368" y="21590"/>
                  </a:lnTo>
                  <a:lnTo>
                    <a:pt x="18725" y="21561"/>
                  </a:lnTo>
                  <a:lnTo>
                    <a:pt x="19070" y="21513"/>
                  </a:lnTo>
                  <a:lnTo>
                    <a:pt x="19401" y="21448"/>
                  </a:lnTo>
                  <a:lnTo>
                    <a:pt x="19716" y="21367"/>
                  </a:lnTo>
                  <a:lnTo>
                    <a:pt x="20013" y="21270"/>
                  </a:lnTo>
                  <a:lnTo>
                    <a:pt x="20290" y="21159"/>
                  </a:lnTo>
                  <a:lnTo>
                    <a:pt x="20546" y="21035"/>
                  </a:lnTo>
                  <a:lnTo>
                    <a:pt x="20778" y="20898"/>
                  </a:lnTo>
                  <a:lnTo>
                    <a:pt x="20985" y="20749"/>
                  </a:lnTo>
                  <a:lnTo>
                    <a:pt x="21165" y="20590"/>
                  </a:lnTo>
                  <a:lnTo>
                    <a:pt x="21317" y="20421"/>
                  </a:lnTo>
                  <a:lnTo>
                    <a:pt x="21438" y="20244"/>
                  </a:lnTo>
                  <a:lnTo>
                    <a:pt x="21527" y="20059"/>
                  </a:lnTo>
                  <a:lnTo>
                    <a:pt x="21581" y="19867"/>
                  </a:lnTo>
                  <a:lnTo>
                    <a:pt x="21600" y="19670"/>
                  </a:lnTo>
                  <a:lnTo>
                    <a:pt x="21600" y="1930"/>
                  </a:lnTo>
                  <a:lnTo>
                    <a:pt x="21581" y="1733"/>
                  </a:lnTo>
                  <a:lnTo>
                    <a:pt x="21527" y="1541"/>
                  </a:lnTo>
                  <a:lnTo>
                    <a:pt x="21438" y="1356"/>
                  </a:lnTo>
                  <a:lnTo>
                    <a:pt x="21317" y="1179"/>
                  </a:lnTo>
                  <a:lnTo>
                    <a:pt x="21165" y="1010"/>
                  </a:lnTo>
                  <a:lnTo>
                    <a:pt x="20985" y="851"/>
                  </a:lnTo>
                  <a:lnTo>
                    <a:pt x="20778" y="702"/>
                  </a:lnTo>
                  <a:lnTo>
                    <a:pt x="20546" y="565"/>
                  </a:lnTo>
                  <a:lnTo>
                    <a:pt x="20290" y="441"/>
                  </a:lnTo>
                  <a:lnTo>
                    <a:pt x="20013" y="330"/>
                  </a:lnTo>
                  <a:lnTo>
                    <a:pt x="19716" y="233"/>
                  </a:lnTo>
                  <a:lnTo>
                    <a:pt x="19401" y="152"/>
                  </a:lnTo>
                  <a:lnTo>
                    <a:pt x="19070" y="87"/>
                  </a:lnTo>
                  <a:lnTo>
                    <a:pt x="18725" y="39"/>
                  </a:lnTo>
                  <a:lnTo>
                    <a:pt x="18368" y="10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32" name="object 19">
              <a:extLst>
                <a:ext uri="{FF2B5EF4-FFF2-40B4-BE49-F238E27FC236}">
                  <a16:creationId xmlns:a16="http://schemas.microsoft.com/office/drawing/2014/main" id="{75139478-CE72-82CC-CEF1-A346E202F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844" y="4812791"/>
              <a:ext cx="711709" cy="697992"/>
            </a:xfrm>
            <a:custGeom>
              <a:avLst/>
              <a:gdLst>
                <a:gd name="T0" fmla="*/ 355855 w 21600"/>
                <a:gd name="T1" fmla="*/ 348996 h 21600"/>
                <a:gd name="T2" fmla="*/ 355855 w 21600"/>
                <a:gd name="T3" fmla="*/ 348996 h 21600"/>
                <a:gd name="T4" fmla="*/ 355855 w 21600"/>
                <a:gd name="T5" fmla="*/ 348996 h 21600"/>
                <a:gd name="T6" fmla="*/ 355855 w 21600"/>
                <a:gd name="T7" fmla="*/ 348996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9334" y="99"/>
                  </a:lnTo>
                  <a:lnTo>
                    <a:pt x="7928" y="386"/>
                  </a:lnTo>
                  <a:lnTo>
                    <a:pt x="6595" y="849"/>
                  </a:lnTo>
                  <a:lnTo>
                    <a:pt x="5348" y="1474"/>
                  </a:lnTo>
                  <a:lnTo>
                    <a:pt x="4200" y="2250"/>
                  </a:lnTo>
                  <a:lnTo>
                    <a:pt x="3163" y="3163"/>
                  </a:lnTo>
                  <a:lnTo>
                    <a:pt x="2250" y="4200"/>
                  </a:lnTo>
                  <a:lnTo>
                    <a:pt x="1474" y="5349"/>
                  </a:lnTo>
                  <a:lnTo>
                    <a:pt x="848" y="6596"/>
                  </a:lnTo>
                  <a:lnTo>
                    <a:pt x="386" y="7929"/>
                  </a:lnTo>
                  <a:lnTo>
                    <a:pt x="99" y="9334"/>
                  </a:lnTo>
                  <a:lnTo>
                    <a:pt x="0" y="10800"/>
                  </a:lnTo>
                  <a:lnTo>
                    <a:pt x="99" y="12266"/>
                  </a:lnTo>
                  <a:lnTo>
                    <a:pt x="386" y="13671"/>
                  </a:lnTo>
                  <a:lnTo>
                    <a:pt x="848" y="15004"/>
                  </a:lnTo>
                  <a:lnTo>
                    <a:pt x="1474" y="16251"/>
                  </a:lnTo>
                  <a:lnTo>
                    <a:pt x="2250" y="17400"/>
                  </a:lnTo>
                  <a:lnTo>
                    <a:pt x="3163" y="18437"/>
                  </a:lnTo>
                  <a:lnTo>
                    <a:pt x="4200" y="19350"/>
                  </a:lnTo>
                  <a:lnTo>
                    <a:pt x="5348" y="20126"/>
                  </a:lnTo>
                  <a:lnTo>
                    <a:pt x="6595" y="20751"/>
                  </a:lnTo>
                  <a:lnTo>
                    <a:pt x="7928" y="21214"/>
                  </a:lnTo>
                  <a:lnTo>
                    <a:pt x="9334" y="21501"/>
                  </a:lnTo>
                  <a:lnTo>
                    <a:pt x="10800" y="21600"/>
                  </a:lnTo>
                  <a:lnTo>
                    <a:pt x="12265" y="21501"/>
                  </a:lnTo>
                  <a:lnTo>
                    <a:pt x="13670" y="21214"/>
                  </a:lnTo>
                  <a:lnTo>
                    <a:pt x="15003" y="20751"/>
                  </a:lnTo>
                  <a:lnTo>
                    <a:pt x="16250" y="20126"/>
                  </a:lnTo>
                  <a:lnTo>
                    <a:pt x="17399" y="19350"/>
                  </a:lnTo>
                  <a:lnTo>
                    <a:pt x="18436" y="18437"/>
                  </a:lnTo>
                  <a:lnTo>
                    <a:pt x="19349" y="17400"/>
                  </a:lnTo>
                  <a:lnTo>
                    <a:pt x="20125" y="16251"/>
                  </a:lnTo>
                  <a:lnTo>
                    <a:pt x="20751" y="15004"/>
                  </a:lnTo>
                  <a:lnTo>
                    <a:pt x="21214" y="13671"/>
                  </a:lnTo>
                  <a:lnTo>
                    <a:pt x="21501" y="12266"/>
                  </a:lnTo>
                  <a:lnTo>
                    <a:pt x="21600" y="10800"/>
                  </a:lnTo>
                  <a:lnTo>
                    <a:pt x="21501" y="9334"/>
                  </a:lnTo>
                  <a:lnTo>
                    <a:pt x="21214" y="7929"/>
                  </a:lnTo>
                  <a:lnTo>
                    <a:pt x="20751" y="6596"/>
                  </a:lnTo>
                  <a:lnTo>
                    <a:pt x="20125" y="5349"/>
                  </a:lnTo>
                  <a:lnTo>
                    <a:pt x="19349" y="4200"/>
                  </a:lnTo>
                  <a:lnTo>
                    <a:pt x="18436" y="3163"/>
                  </a:lnTo>
                  <a:lnTo>
                    <a:pt x="17399" y="2250"/>
                  </a:lnTo>
                  <a:lnTo>
                    <a:pt x="16250" y="1474"/>
                  </a:lnTo>
                  <a:lnTo>
                    <a:pt x="15003" y="849"/>
                  </a:lnTo>
                  <a:lnTo>
                    <a:pt x="13670" y="386"/>
                  </a:lnTo>
                  <a:lnTo>
                    <a:pt x="12265" y="99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33" name="object 20">
              <a:extLst>
                <a:ext uri="{FF2B5EF4-FFF2-40B4-BE49-F238E27FC236}">
                  <a16:creationId xmlns:a16="http://schemas.microsoft.com/office/drawing/2014/main" id="{4A1022CE-3226-9194-E1D4-F4238FD4B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136" y="4856988"/>
              <a:ext cx="609601" cy="609600"/>
            </a:xfrm>
            <a:custGeom>
              <a:avLst/>
              <a:gdLst>
                <a:gd name="T0" fmla="*/ 304801 w 21600"/>
                <a:gd name="T1" fmla="*/ 304800 h 21600"/>
                <a:gd name="T2" fmla="*/ 304801 w 21600"/>
                <a:gd name="T3" fmla="*/ 304800 h 21600"/>
                <a:gd name="T4" fmla="*/ 304801 w 21600"/>
                <a:gd name="T5" fmla="*/ 304800 h 21600"/>
                <a:gd name="T6" fmla="*/ 304801 w 21600"/>
                <a:gd name="T7" fmla="*/ 30480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9049" y="141"/>
                  </a:lnTo>
                  <a:lnTo>
                    <a:pt x="7387" y="551"/>
                  </a:lnTo>
                  <a:lnTo>
                    <a:pt x="5838" y="1205"/>
                  </a:lnTo>
                  <a:lnTo>
                    <a:pt x="4423" y="2084"/>
                  </a:lnTo>
                  <a:lnTo>
                    <a:pt x="3164" y="3163"/>
                  </a:lnTo>
                  <a:lnTo>
                    <a:pt x="2084" y="4422"/>
                  </a:lnTo>
                  <a:lnTo>
                    <a:pt x="1206" y="5837"/>
                  </a:lnTo>
                  <a:lnTo>
                    <a:pt x="551" y="7386"/>
                  </a:lnTo>
                  <a:lnTo>
                    <a:pt x="141" y="9048"/>
                  </a:lnTo>
                  <a:lnTo>
                    <a:pt x="0" y="10800"/>
                  </a:lnTo>
                  <a:lnTo>
                    <a:pt x="141" y="12552"/>
                  </a:lnTo>
                  <a:lnTo>
                    <a:pt x="551" y="14214"/>
                  </a:lnTo>
                  <a:lnTo>
                    <a:pt x="1206" y="15763"/>
                  </a:lnTo>
                  <a:lnTo>
                    <a:pt x="2084" y="17178"/>
                  </a:lnTo>
                  <a:lnTo>
                    <a:pt x="3164" y="18437"/>
                  </a:lnTo>
                  <a:lnTo>
                    <a:pt x="4423" y="19516"/>
                  </a:lnTo>
                  <a:lnTo>
                    <a:pt x="5838" y="20395"/>
                  </a:lnTo>
                  <a:lnTo>
                    <a:pt x="7387" y="21049"/>
                  </a:lnTo>
                  <a:lnTo>
                    <a:pt x="9049" y="21459"/>
                  </a:lnTo>
                  <a:lnTo>
                    <a:pt x="10800" y="21600"/>
                  </a:lnTo>
                  <a:lnTo>
                    <a:pt x="12551" y="21459"/>
                  </a:lnTo>
                  <a:lnTo>
                    <a:pt x="14213" y="21049"/>
                  </a:lnTo>
                  <a:lnTo>
                    <a:pt x="15762" y="20395"/>
                  </a:lnTo>
                  <a:lnTo>
                    <a:pt x="17177" y="19516"/>
                  </a:lnTo>
                  <a:lnTo>
                    <a:pt x="18436" y="18437"/>
                  </a:lnTo>
                  <a:lnTo>
                    <a:pt x="19516" y="17178"/>
                  </a:lnTo>
                  <a:lnTo>
                    <a:pt x="20394" y="15763"/>
                  </a:lnTo>
                  <a:lnTo>
                    <a:pt x="21049" y="14214"/>
                  </a:lnTo>
                  <a:lnTo>
                    <a:pt x="21459" y="12552"/>
                  </a:lnTo>
                  <a:lnTo>
                    <a:pt x="21600" y="10800"/>
                  </a:lnTo>
                  <a:lnTo>
                    <a:pt x="21459" y="9048"/>
                  </a:lnTo>
                  <a:lnTo>
                    <a:pt x="21049" y="7386"/>
                  </a:lnTo>
                  <a:lnTo>
                    <a:pt x="20394" y="5837"/>
                  </a:lnTo>
                  <a:lnTo>
                    <a:pt x="19516" y="4422"/>
                  </a:lnTo>
                  <a:lnTo>
                    <a:pt x="18436" y="3163"/>
                  </a:lnTo>
                  <a:lnTo>
                    <a:pt x="17177" y="2084"/>
                  </a:lnTo>
                  <a:lnTo>
                    <a:pt x="15762" y="1205"/>
                  </a:lnTo>
                  <a:lnTo>
                    <a:pt x="14213" y="551"/>
                  </a:lnTo>
                  <a:lnTo>
                    <a:pt x="12551" y="141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0D8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</p:grpSp>
      <p:sp>
        <p:nvSpPr>
          <p:cNvPr id="27" name="object 21">
            <a:extLst>
              <a:ext uri="{FF2B5EF4-FFF2-40B4-BE49-F238E27FC236}">
                <a16:creationId xmlns:a16="http://schemas.microsoft.com/office/drawing/2014/main" id="{83F289AE-D644-2318-7158-642311286705}"/>
              </a:ext>
            </a:extLst>
          </p:cNvPr>
          <p:cNvSpPr txBox="1"/>
          <p:nvPr/>
        </p:nvSpPr>
        <p:spPr>
          <a:xfrm>
            <a:off x="7073106" y="5761831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1</a:t>
            </a:r>
          </a:p>
        </p:txBody>
      </p:sp>
      <p:grpSp>
        <p:nvGrpSpPr>
          <p:cNvPr id="28" name="object 22">
            <a:extLst>
              <a:ext uri="{FF2B5EF4-FFF2-40B4-BE49-F238E27FC236}">
                <a16:creationId xmlns:a16="http://schemas.microsoft.com/office/drawing/2014/main" id="{D61F7F04-569C-0324-369D-34769A4C6247}"/>
              </a:ext>
            </a:extLst>
          </p:cNvPr>
          <p:cNvGrpSpPr>
            <a:grpSpLocks/>
          </p:cNvGrpSpPr>
          <p:nvPr/>
        </p:nvGrpSpPr>
        <p:grpSpPr bwMode="auto">
          <a:xfrm>
            <a:off x="5901530" y="740569"/>
            <a:ext cx="2560640" cy="4473576"/>
            <a:chOff x="-1" y="0"/>
            <a:chExt cx="2560321" cy="4472941"/>
          </a:xfrm>
        </p:grpSpPr>
        <p:pic>
          <p:nvPicPr>
            <p:cNvPr id="29" name="object 23" descr="object 23">
              <a:extLst>
                <a:ext uri="{FF2B5EF4-FFF2-40B4-BE49-F238E27FC236}">
                  <a16:creationId xmlns:a16="http://schemas.microsoft.com/office/drawing/2014/main" id="{640B045B-36F8-B92C-AD68-6BDDE0B11F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" y="0"/>
              <a:ext cx="2560321" cy="4472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30" name="object 24">
              <a:extLst>
                <a:ext uri="{FF2B5EF4-FFF2-40B4-BE49-F238E27FC236}">
                  <a16:creationId xmlns:a16="http://schemas.microsoft.com/office/drawing/2014/main" id="{5AD5230F-1E86-F1B1-48B3-7AA3BC6A5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233" y="3174492"/>
              <a:ext cx="309374" cy="705612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pPr eaLnBrk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1636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7A620-F700-6FD6-CDCD-4F57F615C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FDF09-E292-E215-A97E-EDBCEED0F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 err="1"/>
              <a:t>Recap</a:t>
            </a:r>
            <a:r>
              <a:rPr lang="it-IT" dirty="0"/>
              <a:t> (2)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8486ACB-01C0-E39C-BD4D-7264CD286560}"/>
              </a:ext>
            </a:extLst>
          </p:cNvPr>
          <p:cNvSpPr txBox="1"/>
          <p:nvPr/>
        </p:nvSpPr>
        <p:spPr>
          <a:xfrm>
            <a:off x="838200" y="1793929"/>
            <a:ext cx="3846697" cy="122341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spcBef>
                <a:spcPts val="1000"/>
              </a:spcBef>
            </a:pPr>
            <a:r>
              <a:rPr lang="en-US" altLang="en-US" b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while</a:t>
            </a:r>
          </a:p>
          <a:p>
            <a:pPr algn="just" eaLnBrk="1">
              <a:spcBef>
                <a:spcPts val="9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while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permette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eseguire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blocco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di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istruzioni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finché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determinata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condizione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è vera.</a:t>
            </a:r>
          </a:p>
        </p:txBody>
      </p:sp>
      <p:pic>
        <p:nvPicPr>
          <p:cNvPr id="6" name="object 5" descr="object 5">
            <a:extLst>
              <a:ext uri="{FF2B5EF4-FFF2-40B4-BE49-F238E27FC236}">
                <a16:creationId xmlns:a16="http://schemas.microsoft.com/office/drawing/2014/main" id="{295D1833-00C4-887D-464E-3DD046F30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971" y="2151361"/>
            <a:ext cx="1971029" cy="770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FF5118-9FE0-032A-736C-235A15FE84CD}"/>
              </a:ext>
            </a:extLst>
          </p:cNvPr>
          <p:cNvSpPr txBox="1"/>
          <p:nvPr/>
        </p:nvSpPr>
        <p:spPr>
          <a:xfrm>
            <a:off x="763772" y="3120563"/>
            <a:ext cx="3921125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>
              <a:spcBef>
                <a:spcPts val="1000"/>
              </a:spcBef>
            </a:pPr>
            <a:r>
              <a:rPr lang="en-US" altLang="en-US" b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for</a:t>
            </a:r>
          </a:p>
          <a:p>
            <a:pPr algn="just" eaLnBrk="1">
              <a:spcBef>
                <a:spcPts val="9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for è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tipo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while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quindi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condizione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viene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verificata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prima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eseguire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istruzioni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del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blocco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11" name="object 5" descr="object 5">
            <a:extLst>
              <a:ext uri="{FF2B5EF4-FFF2-40B4-BE49-F238E27FC236}">
                <a16:creationId xmlns:a16="http://schemas.microsoft.com/office/drawing/2014/main" id="{854C9EBA-0D2C-D027-515D-1051D4C21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971" y="3509315"/>
            <a:ext cx="1984483" cy="1028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D1B110-008A-AF65-25CF-41B189E823E4}"/>
              </a:ext>
            </a:extLst>
          </p:cNvPr>
          <p:cNvSpPr txBox="1"/>
          <p:nvPr/>
        </p:nvSpPr>
        <p:spPr>
          <a:xfrm>
            <a:off x="763772" y="4914184"/>
            <a:ext cx="3921125" cy="131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>
              <a:spcBef>
                <a:spcPts val="1000"/>
              </a:spcBef>
            </a:pPr>
            <a:r>
              <a:rPr lang="en-US" altLang="en-US" b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do-while</a:t>
            </a:r>
          </a:p>
          <a:p>
            <a:pPr algn="just" eaLnBrk="1">
              <a:spcBef>
                <a:spcPts val="9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do-while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permette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eseguire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blocco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di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istruzioni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finché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determinata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condizione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è vera.</a:t>
            </a:r>
          </a:p>
        </p:txBody>
      </p:sp>
      <p:pic>
        <p:nvPicPr>
          <p:cNvPr id="14" name="object 5" descr="object 5">
            <a:extLst>
              <a:ext uri="{FF2B5EF4-FFF2-40B4-BE49-F238E27FC236}">
                <a16:creationId xmlns:a16="http://schemas.microsoft.com/office/drawing/2014/main" id="{0618C4C5-10B5-3A32-3748-3E7A69FF3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971" y="5199962"/>
            <a:ext cx="2451867" cy="11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" name="object 8">
            <a:extLst>
              <a:ext uri="{FF2B5EF4-FFF2-40B4-BE49-F238E27FC236}">
                <a16:creationId xmlns:a16="http://schemas.microsoft.com/office/drawing/2014/main" id="{CD7F3112-A82A-2888-C592-E06ED03C6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1939" y="306175"/>
            <a:ext cx="3846695" cy="1475803"/>
          </a:xfrm>
          <a:prstGeom prst="rect">
            <a:avLst/>
          </a:prstGeom>
          <a:solidFill>
            <a:srgbClr val="F1F1F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endParaRPr lang="en-US" altLang="en-US" sz="1400"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5E7DE319-7A20-E29E-DF91-623A90819E09}"/>
              </a:ext>
            </a:extLst>
          </p:cNvPr>
          <p:cNvSpPr txBox="1"/>
          <p:nvPr/>
        </p:nvSpPr>
        <p:spPr>
          <a:xfrm>
            <a:off x="7928565" y="687794"/>
            <a:ext cx="430750" cy="2154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 fontAlgn="auto">
              <a:spcAft>
                <a:spcPts val="0"/>
              </a:spcAft>
              <a:defRPr/>
            </a:pPr>
            <a:r>
              <a:rPr sz="1400" b="1" kern="0" dirty="0"/>
              <a:t>break</a:t>
            </a: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9A7D9F2F-1FF8-E2A0-D37D-48BFD4F8564E}"/>
              </a:ext>
            </a:extLst>
          </p:cNvPr>
          <p:cNvSpPr txBox="1"/>
          <p:nvPr/>
        </p:nvSpPr>
        <p:spPr>
          <a:xfrm>
            <a:off x="8557458" y="668746"/>
            <a:ext cx="2788604" cy="52552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>
              <a:lnSpc>
                <a:spcPct val="106000"/>
              </a:lnSpc>
              <a:spcBef>
                <a:spcPts val="100"/>
              </a:spcBef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termina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l’esecuzione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del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istantaneamente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salta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all’istruzione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dopo il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20" name="object 11">
            <a:extLst>
              <a:ext uri="{FF2B5EF4-FFF2-40B4-BE49-F238E27FC236}">
                <a16:creationId xmlns:a16="http://schemas.microsoft.com/office/drawing/2014/main" id="{014087E5-DAE3-8BE6-65A2-E904E9FA06E7}"/>
              </a:ext>
            </a:extLst>
          </p:cNvPr>
          <p:cNvSpPr txBox="1"/>
          <p:nvPr/>
        </p:nvSpPr>
        <p:spPr>
          <a:xfrm>
            <a:off x="8557458" y="1216763"/>
            <a:ext cx="2985942" cy="51161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lnSpc>
                <a:spcPct val="103000"/>
              </a:lnSpc>
              <a:spcBef>
                <a:spcPts val="100"/>
              </a:spcBef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termina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l’iterazione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corrente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del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salta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alla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prima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istruzione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del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(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per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cicli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tipo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while è il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controllo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della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condizione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).</a:t>
            </a:r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9F4BC55C-BF90-A14F-42B6-4C94C0870749}"/>
              </a:ext>
            </a:extLst>
          </p:cNvPr>
          <p:cNvSpPr txBox="1"/>
          <p:nvPr/>
        </p:nvSpPr>
        <p:spPr>
          <a:xfrm>
            <a:off x="7783760" y="308522"/>
            <a:ext cx="3697686" cy="33855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>
              <a:spcBef>
                <a:spcPts val="100"/>
              </a:spcBef>
            </a:pPr>
            <a:r>
              <a:rPr lang="en-US" altLang="en-US" sz="1400" baseline="5000" dirty="0">
                <a:solidFill>
                  <a:srgbClr val="E8E7E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ℹ️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Alcune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parole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chiave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ci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permettono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influenzare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il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flusso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esecuzione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all’interno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dei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cicli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</p:txBody>
      </p:sp>
      <p:grpSp>
        <p:nvGrpSpPr>
          <p:cNvPr id="22" name="object 13">
            <a:extLst>
              <a:ext uri="{FF2B5EF4-FFF2-40B4-BE49-F238E27FC236}">
                <a16:creationId xmlns:a16="http://schemas.microsoft.com/office/drawing/2014/main" id="{1AF5C141-4D18-06AD-ED77-425F8F8B73A6}"/>
              </a:ext>
            </a:extLst>
          </p:cNvPr>
          <p:cNvGrpSpPr>
            <a:grpSpLocks/>
          </p:cNvGrpSpPr>
          <p:nvPr/>
        </p:nvGrpSpPr>
        <p:grpSpPr bwMode="auto">
          <a:xfrm>
            <a:off x="7771482" y="1943662"/>
            <a:ext cx="2011364" cy="1106488"/>
            <a:chOff x="0" y="0"/>
            <a:chExt cx="2011456" cy="1107398"/>
          </a:xfrm>
        </p:grpSpPr>
        <p:pic>
          <p:nvPicPr>
            <p:cNvPr id="27" name="object 14" descr="object 14">
              <a:extLst>
                <a:ext uri="{FF2B5EF4-FFF2-40B4-BE49-F238E27FC236}">
                  <a16:creationId xmlns:a16="http://schemas.microsoft.com/office/drawing/2014/main" id="{AD951B37-C536-91AD-2FA4-558AD06F18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60128" cy="1107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5B014523-FBB5-1568-52CB-23B6D2BB5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555" y="78673"/>
              <a:ext cx="723901" cy="492747"/>
            </a:xfrm>
            <a:custGeom>
              <a:avLst/>
              <a:gdLst>
                <a:gd name="T0" fmla="*/ 361951 w 21600"/>
                <a:gd name="T1" fmla="*/ 246374 h 21600"/>
                <a:gd name="T2" fmla="*/ 361951 w 21600"/>
                <a:gd name="T3" fmla="*/ 246374 h 21600"/>
                <a:gd name="T4" fmla="*/ 361951 w 21600"/>
                <a:gd name="T5" fmla="*/ 246374 h 21600"/>
                <a:gd name="T6" fmla="*/ 361951 w 21600"/>
                <a:gd name="T7" fmla="*/ 24637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21578"/>
                  </a:moveTo>
                  <a:lnTo>
                    <a:pt x="21600" y="21578"/>
                  </a:lnTo>
                  <a:moveTo>
                    <a:pt x="21600" y="21600"/>
                  </a:moveTo>
                  <a:lnTo>
                    <a:pt x="21600" y="0"/>
                  </a:lnTo>
                </a:path>
              </a:pathLst>
            </a:custGeom>
            <a:noFill/>
            <a:ln w="12700" cap="flat">
              <a:solidFill>
                <a:srgbClr val="F59F2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pic>
          <p:nvPicPr>
            <p:cNvPr id="29" name="object 16" descr="object 16">
              <a:extLst>
                <a:ext uri="{FF2B5EF4-FFF2-40B4-BE49-F238E27FC236}">
                  <a16:creationId xmlns:a16="http://schemas.microsoft.com/office/drawing/2014/main" id="{46CE9F65-3C73-898A-D9E9-0A61F76BB2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2855" y="40573"/>
              <a:ext cx="228601" cy="76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grpSp>
        <p:nvGrpSpPr>
          <p:cNvPr id="23" name="object 17">
            <a:extLst>
              <a:ext uri="{FF2B5EF4-FFF2-40B4-BE49-F238E27FC236}">
                <a16:creationId xmlns:a16="http://schemas.microsoft.com/office/drawing/2014/main" id="{AA9A9C12-AAEB-2760-CC1E-DF0B54D135DD}"/>
              </a:ext>
            </a:extLst>
          </p:cNvPr>
          <p:cNvGrpSpPr>
            <a:grpSpLocks/>
          </p:cNvGrpSpPr>
          <p:nvPr/>
        </p:nvGrpSpPr>
        <p:grpSpPr bwMode="auto">
          <a:xfrm>
            <a:off x="9854920" y="1883368"/>
            <a:ext cx="1763714" cy="1108076"/>
            <a:chOff x="0" y="0"/>
            <a:chExt cx="1764197" cy="1108542"/>
          </a:xfrm>
        </p:grpSpPr>
        <p:pic>
          <p:nvPicPr>
            <p:cNvPr id="24" name="object 18" descr="object 18">
              <a:extLst>
                <a:ext uri="{FF2B5EF4-FFF2-40B4-BE49-F238E27FC236}">
                  <a16:creationId xmlns:a16="http://schemas.microsoft.com/office/drawing/2014/main" id="{5FED25E7-87E7-CD3C-782D-F16F8DBCB3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61246" cy="1107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25" name="object 19">
              <a:extLst>
                <a:ext uri="{FF2B5EF4-FFF2-40B4-BE49-F238E27FC236}">
                  <a16:creationId xmlns:a16="http://schemas.microsoft.com/office/drawing/2014/main" id="{C46286D6-EC9A-264C-E621-EE0939484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296" y="553805"/>
              <a:ext cx="723901" cy="516889"/>
            </a:xfrm>
            <a:custGeom>
              <a:avLst/>
              <a:gdLst>
                <a:gd name="T0" fmla="*/ 361951 w 21600"/>
                <a:gd name="T1" fmla="*/ 258445 h 21600"/>
                <a:gd name="T2" fmla="*/ 361951 w 21600"/>
                <a:gd name="T3" fmla="*/ 258445 h 21600"/>
                <a:gd name="T4" fmla="*/ 361951 w 21600"/>
                <a:gd name="T5" fmla="*/ 258445 h 21600"/>
                <a:gd name="T6" fmla="*/ 361951 w 21600"/>
                <a:gd name="T7" fmla="*/ 25844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moveTo>
                    <a:pt x="21600" y="21600"/>
                  </a:moveTo>
                  <a:lnTo>
                    <a:pt x="21600" y="0"/>
                  </a:lnTo>
                </a:path>
              </a:pathLst>
            </a:custGeom>
            <a:noFill/>
            <a:ln w="12700" cap="flat">
              <a:solidFill>
                <a:srgbClr val="F59F2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pic>
          <p:nvPicPr>
            <p:cNvPr id="26" name="object 20" descr="object 20">
              <a:extLst>
                <a:ext uri="{FF2B5EF4-FFF2-40B4-BE49-F238E27FC236}">
                  <a16:creationId xmlns:a16="http://schemas.microsoft.com/office/drawing/2014/main" id="{A13BC6E0-3BC2-3323-14BD-E769D2AC93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5596" y="1032341"/>
              <a:ext cx="228601" cy="76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sp>
        <p:nvSpPr>
          <p:cNvPr id="30" name="object 9">
            <a:extLst>
              <a:ext uri="{FF2B5EF4-FFF2-40B4-BE49-F238E27FC236}">
                <a16:creationId xmlns:a16="http://schemas.microsoft.com/office/drawing/2014/main" id="{9B1E8D79-9482-CDC9-5473-AB8E080EEDB2}"/>
              </a:ext>
            </a:extLst>
          </p:cNvPr>
          <p:cNvSpPr txBox="1"/>
          <p:nvPr/>
        </p:nvSpPr>
        <p:spPr>
          <a:xfrm>
            <a:off x="7855084" y="1255127"/>
            <a:ext cx="755643" cy="2154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 fontAlgn="auto">
              <a:spcAft>
                <a:spcPts val="0"/>
              </a:spcAft>
              <a:defRPr/>
            </a:pPr>
            <a:r>
              <a:rPr lang="it-IT" sz="1400" b="1" kern="0" dirty="0"/>
              <a:t>continue</a:t>
            </a:r>
            <a:endParaRPr sz="1400" b="1" kern="0" dirty="0"/>
          </a:p>
        </p:txBody>
      </p:sp>
    </p:spTree>
    <p:extLst>
      <p:ext uri="{BB962C8B-B14F-4D97-AF65-F5344CB8AC3E}">
        <p14:creationId xmlns:p14="http://schemas.microsoft.com/office/powerpoint/2010/main" val="756207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33916-B1B8-457F-4ACC-5E107804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3F821-0D69-D79F-CC4C-8875A5323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9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4540B5CC-1236-8AAC-C693-032AED38A715}"/>
              </a:ext>
            </a:extLst>
          </p:cNvPr>
          <p:cNvGrpSpPr>
            <a:grpSpLocks/>
          </p:cNvGrpSpPr>
          <p:nvPr/>
        </p:nvGrpSpPr>
        <p:grpSpPr bwMode="auto">
          <a:xfrm>
            <a:off x="925031" y="1940405"/>
            <a:ext cx="5170969" cy="1020762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94BA2B60-BF91-F115-B256-3384EC4EB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557B2DB3-F24B-2C8C-53B4-FC9117E56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55DE5F08-C2CA-8530-104B-ECD7E34A840A}"/>
              </a:ext>
            </a:extLst>
          </p:cNvPr>
          <p:cNvSpPr txBox="1"/>
          <p:nvPr/>
        </p:nvSpPr>
        <p:spPr>
          <a:xfrm>
            <a:off x="1073887" y="2035287"/>
            <a:ext cx="4933508" cy="112082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chiede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e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tutti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numeri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positivi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minori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uguali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al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dato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algn="just" eaLnBrk="1">
              <a:spcBef>
                <a:spcPts val="100"/>
              </a:spcBef>
            </a:pP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</p:spTree>
    <p:extLst>
      <p:ext uri="{BB962C8B-B14F-4D97-AF65-F5344CB8AC3E}">
        <p14:creationId xmlns:p14="http://schemas.microsoft.com/office/powerpoint/2010/main" val="1584797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2784F-8DFE-680E-AC7F-87576011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61940-7320-2C8B-1846-FC541BA44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10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9F3E291D-DACB-BD00-E837-AF5146451AB0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5170968" cy="1325562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5B78E7CB-1938-0B4E-6492-34CA3BCCE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1E1F3179-2935-ECC5-8200-A2104FBD8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355DD9C3-8BF1-79DC-6D59-50DC5514446A}"/>
              </a:ext>
            </a:extLst>
          </p:cNvPr>
          <p:cNvSpPr txBox="1"/>
          <p:nvPr/>
        </p:nvSpPr>
        <p:spPr>
          <a:xfrm>
            <a:off x="1073888" y="2035287"/>
            <a:ext cx="4880346" cy="139781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chiede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e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la somma di tutti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numeri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positivi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minori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uguali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al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dato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algn="just" eaLnBrk="1">
              <a:spcBef>
                <a:spcPts val="100"/>
              </a:spcBef>
            </a:pP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</p:spTree>
    <p:extLst>
      <p:ext uri="{BB962C8B-B14F-4D97-AF65-F5344CB8AC3E}">
        <p14:creationId xmlns:p14="http://schemas.microsoft.com/office/powerpoint/2010/main" val="3917738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81CD1-786B-0E42-404C-43C26F2A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DDAD-60D0-F325-4B0F-D8E53C84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11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B0515C65-F551-1B72-82C9-2289FED69EF9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5954233" cy="1107996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943D65CB-007D-89FA-6CA1-669EE9090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76390C73-09D9-2819-7342-F9D410B48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AFDFD75F-4985-6519-DF6F-6CADB589C107}"/>
              </a:ext>
            </a:extLst>
          </p:cNvPr>
          <p:cNvSpPr txBox="1"/>
          <p:nvPr/>
        </p:nvSpPr>
        <p:spPr>
          <a:xfrm>
            <a:off x="1073887" y="2035287"/>
            <a:ext cx="5699053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stampi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schermo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un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triangolo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rettangolo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composto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da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asterischi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 di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altezza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definita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mediante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intero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/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9041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256C5-60A1-980C-2C8D-076F7A149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D873-A65B-424E-A6B1-1538DEB73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11 Pro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5D2AD5D4-DE2F-3A93-3538-AC28DFDE0163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4"/>
            <a:ext cx="6496494" cy="1079243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774596DD-7537-8A43-398B-B5A34DE13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14E37399-C2D5-A025-B86D-9E23EA995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4BF97F7D-7288-CEFA-712E-87C0B413D16B}"/>
              </a:ext>
            </a:extLst>
          </p:cNvPr>
          <p:cNvSpPr txBox="1"/>
          <p:nvPr/>
        </p:nvSpPr>
        <p:spPr>
          <a:xfrm>
            <a:off x="1073887" y="2035287"/>
            <a:ext cx="6241313" cy="83099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Estendere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dell’es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 4 per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poter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disegnare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anche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rettangolo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ed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perimetro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rettangolo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Permettere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scegliere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la   forma desiderata.</a:t>
            </a:r>
          </a:p>
        </p:txBody>
      </p:sp>
      <p:pic>
        <p:nvPicPr>
          <p:cNvPr id="3" name="object 8" descr="object 8">
            <a:extLst>
              <a:ext uri="{FF2B5EF4-FFF2-40B4-BE49-F238E27FC236}">
                <a16:creationId xmlns:a16="http://schemas.microsoft.com/office/drawing/2014/main" id="{C6FCD23B-35D5-894E-960F-F8FDB12B9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785" y="3848985"/>
            <a:ext cx="5222875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5689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1D782-C419-BBCD-B4DB-C6E39DA7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2DDF-A0DD-1ED3-5EA3-AD7879712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12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79640E3A-DCA3-59E4-0202-AB6A028A483F}"/>
              </a:ext>
            </a:extLst>
          </p:cNvPr>
          <p:cNvGrpSpPr>
            <a:grpSpLocks/>
          </p:cNvGrpSpPr>
          <p:nvPr/>
        </p:nvGrpSpPr>
        <p:grpSpPr bwMode="auto">
          <a:xfrm>
            <a:off x="925031" y="1940404"/>
            <a:ext cx="9781956" cy="1566364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94B8B89-D589-17F2-3B1E-A5EDEB7D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84A5B3D7-4B8B-EE51-87D7-DB7DFDD97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94F67956-7EDD-3CF2-B937-95DB571E6F0A}"/>
              </a:ext>
            </a:extLst>
          </p:cNvPr>
          <p:cNvSpPr txBox="1"/>
          <p:nvPr/>
        </p:nvSpPr>
        <p:spPr>
          <a:xfrm>
            <a:off x="1073887" y="2035287"/>
            <a:ext cx="9537406" cy="13849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 input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e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tutte  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potenze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2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minori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uguali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del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dato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eaLnBrk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CHALLENGE: fare due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versioni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con</a:t>
            </a:r>
          </a:p>
          <a:p>
            <a:pPr algn="just" eaLnBrk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for 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con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while.</a:t>
            </a: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</p:spTree>
    <p:extLst>
      <p:ext uri="{BB962C8B-B14F-4D97-AF65-F5344CB8AC3E}">
        <p14:creationId xmlns:p14="http://schemas.microsoft.com/office/powerpoint/2010/main" val="1825763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81C15-CB6E-F78B-62FD-B779DF9B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BC0F-C6D9-E6FB-BDD8-CD158105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13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842C621C-4B2C-C2B3-8E43-8D842FD65C3C}"/>
              </a:ext>
            </a:extLst>
          </p:cNvPr>
          <p:cNvGrpSpPr>
            <a:grpSpLocks/>
          </p:cNvGrpSpPr>
          <p:nvPr/>
        </p:nvGrpSpPr>
        <p:grpSpPr bwMode="auto">
          <a:xfrm>
            <a:off x="925031" y="1940404"/>
            <a:ext cx="3391788" cy="1325563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4A1AE943-9A08-5B64-58B5-2FEFF0800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E38A3135-FA30-5A31-C6FB-F4102E9B9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5A8F5F35-A44D-AC8D-BCF5-6413EDE28240}"/>
              </a:ext>
            </a:extLst>
          </p:cNvPr>
          <p:cNvSpPr txBox="1"/>
          <p:nvPr/>
        </p:nvSpPr>
        <p:spPr>
          <a:xfrm>
            <a:off x="1073887" y="2035287"/>
            <a:ext cx="3051546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accetta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solo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pari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540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E3182-4452-9F4E-2818-7D505925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DE161CD1-51DA-FDB1-EE89-6CF8F4264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70F756-CDA1-A87D-FFE1-A31A338F3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043040"/>
            <a:ext cx="4604945" cy="4771920"/>
          </a:xfrm>
        </p:spPr>
        <p:txBody>
          <a:bodyPr anchor="ctr">
            <a:normAutofit/>
          </a:bodyPr>
          <a:lstStyle/>
          <a:p>
            <a:pPr algn="r"/>
            <a:r>
              <a:rPr lang="en-US" dirty="0" err="1">
                <a:latin typeface="Abadi" panose="020B0604020104020204" pitchFamily="34" charset="0"/>
              </a:rPr>
              <a:t>Cicli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sz="4400" dirty="0" err="1">
                <a:latin typeface="Abadi" panose="020B0604020104020204" pitchFamily="34" charset="0"/>
              </a:rPr>
              <a:t>Esercizi</a:t>
            </a:r>
            <a:r>
              <a:rPr lang="en-US" sz="4400" dirty="0">
                <a:latin typeface="Abadi" panose="020B0604020104020204" pitchFamily="34" charset="0"/>
              </a:rPr>
              <a:t> </a:t>
            </a:r>
            <a:r>
              <a:rPr lang="en-US" sz="4400" dirty="0" err="1">
                <a:latin typeface="Abadi" panose="020B0604020104020204" pitchFamily="34" charset="0"/>
              </a:rPr>
              <a:t>Aggiuntivi</a:t>
            </a:r>
            <a:endParaRPr lang="en-US" dirty="0">
              <a:latin typeface="Abadi" panose="020B0604020104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1B6971-9135-CF1A-3DFB-08E3814F499B}"/>
              </a:ext>
            </a:extLst>
          </p:cNvPr>
          <p:cNvCxnSpPr>
            <a:cxnSpLocks/>
          </p:cNvCxnSpPr>
          <p:nvPr/>
        </p:nvCxnSpPr>
        <p:spPr>
          <a:xfrm>
            <a:off x="0" y="4376358"/>
            <a:ext cx="535880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065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F7FCF-5EB7-8B87-6B43-53FBCE59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73A3-2C2E-4921-02AF-0EE6A9C39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637367"/>
          </a:xfrm>
        </p:spPr>
        <p:txBody>
          <a:bodyPr>
            <a:normAutofit fontScale="90000"/>
          </a:bodyPr>
          <a:lstStyle/>
          <a:p>
            <a:r>
              <a:rPr lang="it-IT" sz="4600" dirty="0"/>
              <a:t>Esercizio</a:t>
            </a:r>
            <a:r>
              <a:rPr lang="it-IT" dirty="0"/>
              <a:t> 14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DABF3A89-263C-EC85-0E66-F4112310D47D}"/>
              </a:ext>
            </a:extLst>
          </p:cNvPr>
          <p:cNvGrpSpPr>
            <a:grpSpLocks/>
          </p:cNvGrpSpPr>
          <p:nvPr/>
        </p:nvGrpSpPr>
        <p:grpSpPr bwMode="auto">
          <a:xfrm>
            <a:off x="912629" y="1002511"/>
            <a:ext cx="4478078" cy="970740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ADE9D72-62B4-A5E0-3072-A915E42BB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9941B58E-77C0-E901-A10B-C15CDC21E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EE093A4-DCFF-A2D3-8B30-2861AC187A55}"/>
              </a:ext>
            </a:extLst>
          </p:cNvPr>
          <p:cNvSpPr txBox="1"/>
          <p:nvPr/>
        </p:nvSpPr>
        <p:spPr>
          <a:xfrm>
            <a:off x="1007434" y="1002511"/>
            <a:ext cx="9008435" cy="92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>
              <a:lnSpc>
                <a:spcPts val="2100"/>
              </a:lnSpc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un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eaLnBrk="1">
              <a:lnSpc>
                <a:spcPts val="2100"/>
              </a:lnSpc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due numeri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k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calcola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eaLnBrk="1">
              <a:spcBef>
                <a:spcPts val="100"/>
              </a:spcBef>
            </a:pP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𝑛</a:t>
            </a:r>
            <a:r>
              <a:rPr lang="en-US" altLang="en-US" sz="1900" baseline="28000" dirty="0">
                <a:latin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𝑘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5EF51F-1EC9-3B83-BFC1-769E3A6FD074}"/>
              </a:ext>
            </a:extLst>
          </p:cNvPr>
          <p:cNvSpPr txBox="1">
            <a:spLocks/>
          </p:cNvSpPr>
          <p:nvPr/>
        </p:nvSpPr>
        <p:spPr>
          <a:xfrm>
            <a:off x="763772" y="3429000"/>
            <a:ext cx="10515600" cy="6373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it-IT" dirty="0"/>
              <a:t>Esercizio 15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0572B46C-8ED8-3226-1D9E-4ACA4586E74A}"/>
              </a:ext>
            </a:extLst>
          </p:cNvPr>
          <p:cNvGrpSpPr>
            <a:grpSpLocks/>
          </p:cNvGrpSpPr>
          <p:nvPr/>
        </p:nvGrpSpPr>
        <p:grpSpPr bwMode="auto">
          <a:xfrm>
            <a:off x="912631" y="4209416"/>
            <a:ext cx="4637564" cy="989906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E6F3D708-9F03-3331-2CA2-00B7DBE3B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2DF381F7-3C93-9395-C7DD-56B585B73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7C3528B-C34F-7F9A-C429-094FB14012F3}"/>
              </a:ext>
            </a:extLst>
          </p:cNvPr>
          <p:cNvSpPr txBox="1"/>
          <p:nvPr/>
        </p:nvSpPr>
        <p:spPr>
          <a:xfrm>
            <a:off x="1007434" y="4257009"/>
            <a:ext cx="4383274" cy="83099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stabilisce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se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questo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è primo.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AE14E5-D1FB-061E-C2F9-DCD213BE2C95}"/>
              </a:ext>
            </a:extLst>
          </p:cNvPr>
          <p:cNvCxnSpPr>
            <a:cxnSpLocks/>
          </p:cNvCxnSpPr>
          <p:nvPr/>
        </p:nvCxnSpPr>
        <p:spPr>
          <a:xfrm>
            <a:off x="0" y="3238675"/>
            <a:ext cx="1183403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701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5DA03-CD72-DAAD-A5A1-1B92F0DD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8EA88504-2B7B-AA69-00C0-C1BF6676DA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C8C304-1DDC-CBB9-F280-52D3F7B69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043040"/>
            <a:ext cx="4604945" cy="4771920"/>
          </a:xfrm>
        </p:spPr>
        <p:txBody>
          <a:bodyPr anchor="ctr">
            <a:normAutofit/>
          </a:bodyPr>
          <a:lstStyle/>
          <a:p>
            <a:pPr algn="r"/>
            <a:r>
              <a:rPr lang="en-US" dirty="0" err="1">
                <a:latin typeface="Abadi" panose="020B0604020104020204" pitchFamily="34" charset="0"/>
              </a:rPr>
              <a:t>Cicli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sz="5400" dirty="0" err="1">
                <a:latin typeface="Abadi" panose="020B0604020104020204" pitchFamily="34" charset="0"/>
              </a:rPr>
              <a:t>Soluzioni</a:t>
            </a:r>
            <a:endParaRPr lang="en-US" dirty="0">
              <a:latin typeface="Abadi" panose="020B0604020104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7ED040-2470-C49E-36DE-74A6CCC52A38}"/>
              </a:ext>
            </a:extLst>
          </p:cNvPr>
          <p:cNvCxnSpPr>
            <a:cxnSpLocks/>
          </p:cNvCxnSpPr>
          <p:nvPr/>
        </p:nvCxnSpPr>
        <p:spPr>
          <a:xfrm>
            <a:off x="0" y="4376358"/>
            <a:ext cx="535880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833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A9144-1014-263D-EEBA-54DB10A3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FD6EB-46A3-85EA-C951-246D3C411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9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33927176-8916-CF5B-F395-B212654EE2FA}"/>
              </a:ext>
            </a:extLst>
          </p:cNvPr>
          <p:cNvGrpSpPr>
            <a:grpSpLocks/>
          </p:cNvGrpSpPr>
          <p:nvPr/>
        </p:nvGrpSpPr>
        <p:grpSpPr bwMode="auto">
          <a:xfrm>
            <a:off x="925031" y="1940405"/>
            <a:ext cx="5170969" cy="1020762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ABF6BC3F-3513-31F0-AFF5-B8D870E8F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8282758C-49D3-7629-16A0-7517650E7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146A4895-C2F7-DF3B-2F7A-FF2046825C01}"/>
              </a:ext>
            </a:extLst>
          </p:cNvPr>
          <p:cNvSpPr txBox="1"/>
          <p:nvPr/>
        </p:nvSpPr>
        <p:spPr>
          <a:xfrm>
            <a:off x="1073887" y="2035287"/>
            <a:ext cx="4933508" cy="112082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chiede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e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tutti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numeri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positivi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minori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uguali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al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dato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algn="just" eaLnBrk="1">
              <a:spcBef>
                <a:spcPts val="100"/>
              </a:spcBef>
            </a:pP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810AF29B-3DDD-E2AA-F95C-9D50A657B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627" y="1706656"/>
            <a:ext cx="561975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9394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FCA9F-409E-2518-49A7-7257BC24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A14D-BC30-318B-B079-8979EC34E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10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F1EDFE98-174A-B12F-30B5-0E27E4E97222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5170968" cy="1325562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EEB17F26-622A-E1FB-67BD-BE653EDEC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FA190F54-3D02-1CFE-A5E8-70839E2B3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605ECBB1-10FA-3D25-4DCC-2A8B76DF02DE}"/>
              </a:ext>
            </a:extLst>
          </p:cNvPr>
          <p:cNvSpPr txBox="1"/>
          <p:nvPr/>
        </p:nvSpPr>
        <p:spPr>
          <a:xfrm>
            <a:off x="1073888" y="2035287"/>
            <a:ext cx="4880346" cy="139781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chiede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e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la somma di tutti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numeri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positivi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minori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uguali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al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dato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algn="just" eaLnBrk="1">
              <a:spcBef>
                <a:spcPts val="100"/>
              </a:spcBef>
            </a:pP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5815905E-D901-7B62-DD44-1AEC8252F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401" y="1667670"/>
            <a:ext cx="4962525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8041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68E95-C91C-8C52-6EEF-ED75187A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A626-7BD1-4038-E542-3FD97E826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11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2CAF3774-13B0-C055-A189-0157FC423BEB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5954233" cy="1107996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89BA6C81-2E7D-0E1F-D775-1466D31E2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1E502C66-FA64-D888-4429-CF55BD21F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DA2212CD-153A-1DFD-D28D-765AA504FCA1}"/>
              </a:ext>
            </a:extLst>
          </p:cNvPr>
          <p:cNvSpPr txBox="1"/>
          <p:nvPr/>
        </p:nvSpPr>
        <p:spPr>
          <a:xfrm>
            <a:off x="1073887" y="2035287"/>
            <a:ext cx="5699053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Scrivere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un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programma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che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 </a:t>
            </a:r>
            <a:r>
              <a:rPr lang="en-US" altLang="en-US" dirty="0" err="1">
                <a:latin typeface="Geneva"/>
                <a:ea typeface="Geneva"/>
                <a:cs typeface="Geneva"/>
                <a:sym typeface="Geneva"/>
              </a:rPr>
              <a:t>stampi</a:t>
            </a:r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 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schermo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un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triangolo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rettangolo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composto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da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asterischi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 di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altezza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definita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mediante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intero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/>
            <a:r>
              <a:rPr lang="en-US" altLang="en-US" dirty="0">
                <a:latin typeface="Geneva"/>
                <a:ea typeface="Geneva"/>
                <a:cs typeface="Geneva"/>
                <a:sym typeface="Geneva"/>
              </a:rPr>
              <a:t>.</a:t>
            </a: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9EC253D5-0E87-E560-F58F-C2CEDC3A5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121" y="1894174"/>
            <a:ext cx="4773567" cy="343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45696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413ED-E3C0-6151-D8C5-B5563B587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761F-4F1D-F653-41CB-85F3D6B8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12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6C253AFA-44AF-988D-16C2-82FB573084E7}"/>
              </a:ext>
            </a:extLst>
          </p:cNvPr>
          <p:cNvGrpSpPr>
            <a:grpSpLocks/>
          </p:cNvGrpSpPr>
          <p:nvPr/>
        </p:nvGrpSpPr>
        <p:grpSpPr bwMode="auto">
          <a:xfrm>
            <a:off x="925031" y="1940404"/>
            <a:ext cx="9781956" cy="1566364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3CA290C8-0C68-1D24-653E-685E04A85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39010610-C99D-3D44-476F-2E76E671A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AE24AA4D-F7DF-AADC-987C-EF575805EB04}"/>
              </a:ext>
            </a:extLst>
          </p:cNvPr>
          <p:cNvSpPr txBox="1"/>
          <p:nvPr/>
        </p:nvSpPr>
        <p:spPr>
          <a:xfrm>
            <a:off x="1073887" y="2035287"/>
            <a:ext cx="9537406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 input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e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tutte  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potenze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2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minori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uguali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del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dato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eaLnBrk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CHALLENGE: fare due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versioni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conun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for 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con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ciclo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while.</a:t>
            </a: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0C49553D-0579-B027-3627-94D1B82FF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87" y="3756467"/>
            <a:ext cx="3762375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58B9FCE5-B811-0B42-42F9-171CACB58649}"/>
              </a:ext>
            </a:extLst>
          </p:cNvPr>
          <p:cNvGrpSpPr>
            <a:grpSpLocks/>
          </p:cNvGrpSpPr>
          <p:nvPr/>
        </p:nvGrpSpPr>
        <p:grpSpPr bwMode="auto">
          <a:xfrm>
            <a:off x="6509193" y="3601653"/>
            <a:ext cx="4102100" cy="3189289"/>
            <a:chOff x="0" y="-1"/>
            <a:chExt cx="4101086" cy="3189377"/>
          </a:xfrm>
        </p:grpSpPr>
        <p:pic>
          <p:nvPicPr>
            <p:cNvPr id="5" name="object 4" descr="object 4">
              <a:extLst>
                <a:ext uri="{FF2B5EF4-FFF2-40B4-BE49-F238E27FC236}">
                  <a16:creationId xmlns:a16="http://schemas.microsoft.com/office/drawing/2014/main" id="{1C0C1EDD-FDDB-AB52-A171-F3B7594C99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6851"/>
              <a:ext cx="3771149" cy="3142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grpSp>
          <p:nvGrpSpPr>
            <p:cNvPr id="6" name="object 5">
              <a:extLst>
                <a:ext uri="{FF2B5EF4-FFF2-40B4-BE49-F238E27FC236}">
                  <a16:creationId xmlns:a16="http://schemas.microsoft.com/office/drawing/2014/main" id="{CCB6569E-81BD-62CD-CFA0-F46112CABB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501" y="-1"/>
              <a:ext cx="3521585" cy="577599"/>
              <a:chOff x="0" y="0"/>
              <a:chExt cx="3521585" cy="577597"/>
            </a:xfrm>
          </p:grpSpPr>
          <p:sp>
            <p:nvSpPr>
              <p:cNvPr id="7" name="Rectangle">
                <a:extLst>
                  <a:ext uri="{FF2B5EF4-FFF2-40B4-BE49-F238E27FC236}">
                    <a16:creationId xmlns:a16="http://schemas.microsoft.com/office/drawing/2014/main" id="{AB121B13-45F7-9FBA-86F0-3EAB3CEF5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68224"/>
                <a:ext cx="653797" cy="309373"/>
              </a:xfrm>
              <a:prstGeom prst="rect">
                <a:avLst/>
              </a:prstGeom>
              <a:noFill/>
              <a:ln w="19050">
                <a:solidFill>
                  <a:srgbClr val="F59F2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5719" tIns="45719" rIns="45719" bIns="45719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9pPr>
              </a:lstStyle>
              <a:p>
                <a:pPr eaLnBrk="1"/>
                <a:endParaRPr lang="en-US" altLang="en-US"/>
              </a:p>
            </p:txBody>
          </p:sp>
          <p:sp>
            <p:nvSpPr>
              <p:cNvPr id="9" name="Line">
                <a:extLst>
                  <a:ext uri="{FF2B5EF4-FFF2-40B4-BE49-F238E27FC236}">
                    <a16:creationId xmlns:a16="http://schemas.microsoft.com/office/drawing/2014/main" id="{91262416-6C37-B4D4-D072-2342BED28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3795" y="0"/>
                <a:ext cx="2867790" cy="431800"/>
              </a:xfrm>
              <a:prstGeom prst="line">
                <a:avLst/>
              </a:prstGeom>
              <a:noFill/>
              <a:ln w="19050">
                <a:solidFill>
                  <a:srgbClr val="F59F2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45719" tIns="45719" rIns="45719" bIns="45719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rgbClr val="0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  <a:sym typeface="Calibri" panose="020F0502020204030204" pitchFamily="34" charset="0"/>
                  </a:defRPr>
                </a:lvl9pPr>
              </a:lstStyle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09582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3FFF0-F965-9C6D-9B09-F2F2C3F04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8E73-960E-EA1B-9849-8DC1A8A4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13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94257ADF-D131-ABCC-CEDE-850153C7A5B1}"/>
              </a:ext>
            </a:extLst>
          </p:cNvPr>
          <p:cNvGrpSpPr>
            <a:grpSpLocks/>
          </p:cNvGrpSpPr>
          <p:nvPr/>
        </p:nvGrpSpPr>
        <p:grpSpPr bwMode="auto">
          <a:xfrm>
            <a:off x="925031" y="1940404"/>
            <a:ext cx="3391788" cy="1325563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10283663-5094-5F21-081B-80A546671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5ADD61F0-5D66-7F17-5AB4-8E6281DCD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78A93281-D47C-7B68-9970-1C0928CA7D09}"/>
              </a:ext>
            </a:extLst>
          </p:cNvPr>
          <p:cNvSpPr txBox="1"/>
          <p:nvPr/>
        </p:nvSpPr>
        <p:spPr>
          <a:xfrm>
            <a:off x="1073887" y="2035287"/>
            <a:ext cx="3051546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accetta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solo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pari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FDD3C951-C156-2976-71FE-17239B9B5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401" y="2347912"/>
            <a:ext cx="43243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34775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08FE-AEEF-4C40-7328-EA30D87E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905B8DAB-F333-E674-4C6F-0E10EA0CED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9E960A-8A52-D8D8-047B-5D231FCAD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182313"/>
            <a:ext cx="4604945" cy="2504408"/>
          </a:xfrm>
        </p:spPr>
        <p:txBody>
          <a:bodyPr anchor="ctr">
            <a:noAutofit/>
          </a:bodyPr>
          <a:lstStyle/>
          <a:p>
            <a:pPr algn="r"/>
            <a:r>
              <a:rPr lang="en-US" sz="4800" dirty="0">
                <a:latin typeface="Abadi" panose="020B0604020104020204" pitchFamily="34" charset="0"/>
              </a:rPr>
              <a:t>Vettori, </a:t>
            </a:r>
            <a:r>
              <a:rPr lang="en-US" sz="4800" dirty="0" err="1">
                <a:latin typeface="Abadi" panose="020B0604020104020204" pitchFamily="34" charset="0"/>
              </a:rPr>
              <a:t>stringhe</a:t>
            </a:r>
            <a:r>
              <a:rPr lang="en-US" sz="4800" dirty="0">
                <a:latin typeface="Abadi" panose="020B0604020104020204" pitchFamily="34" charset="0"/>
              </a:rPr>
              <a:t> e </a:t>
            </a:r>
            <a:r>
              <a:rPr lang="en-US" sz="4800" dirty="0" err="1">
                <a:latin typeface="Abadi" panose="020B0604020104020204" pitchFamily="34" charset="0"/>
              </a:rPr>
              <a:t>Matrici</a:t>
            </a:r>
            <a:endParaRPr lang="en-US" sz="4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857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75F69-39FA-B711-39F6-E61B0C33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2738C-673D-1CEC-AD9F-59DCDB2CD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 err="1"/>
              <a:t>Recap</a:t>
            </a:r>
            <a:r>
              <a:rPr lang="it-IT" dirty="0"/>
              <a:t> (1)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1F0F01B-261C-D4B4-DEAC-120EDCB65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5421" y="1901145"/>
            <a:ext cx="3859212" cy="0"/>
          </a:xfrm>
          <a:prstGeom prst="line">
            <a:avLst/>
          </a:prstGeom>
          <a:noFill/>
          <a:ln w="6350">
            <a:solidFill>
              <a:srgbClr val="25252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A9AE52F-1829-FE40-6B27-7B6F0BFB1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1572" y="2385332"/>
            <a:ext cx="0" cy="227013"/>
          </a:xfrm>
          <a:prstGeom prst="line">
            <a:avLst/>
          </a:prstGeom>
          <a:noFill/>
          <a:ln w="22225">
            <a:solidFill>
              <a:srgbClr val="CA790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15FB79E-2F63-D9A8-6016-3707F30305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772" y="3529813"/>
            <a:ext cx="0" cy="590550"/>
          </a:xfrm>
          <a:prstGeom prst="line">
            <a:avLst/>
          </a:prstGeom>
          <a:noFill/>
          <a:ln w="22225">
            <a:solidFill>
              <a:srgbClr val="7E902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C727BEE-5FB9-A0E6-0138-51877BDF77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5421" y="3523570"/>
            <a:ext cx="3859212" cy="0"/>
          </a:xfrm>
          <a:prstGeom prst="line">
            <a:avLst/>
          </a:prstGeom>
          <a:noFill/>
          <a:ln w="6350">
            <a:solidFill>
              <a:srgbClr val="25252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endParaRPr lang="en-US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3C182FA0-74A5-213B-A500-EFAB4247D950}"/>
              </a:ext>
            </a:extLst>
          </p:cNvPr>
          <p:cNvGrpSpPr>
            <a:grpSpLocks/>
          </p:cNvGrpSpPr>
          <p:nvPr/>
        </p:nvGrpSpPr>
        <p:grpSpPr bwMode="auto">
          <a:xfrm>
            <a:off x="6133915" y="2385332"/>
            <a:ext cx="4792664" cy="2152650"/>
            <a:chOff x="0" y="0"/>
            <a:chExt cx="4792196" cy="2152650"/>
          </a:xfrm>
        </p:grpSpPr>
        <p:pic>
          <p:nvPicPr>
            <p:cNvPr id="18" name="object 8" descr="object 8">
              <a:extLst>
                <a:ext uri="{FF2B5EF4-FFF2-40B4-BE49-F238E27FC236}">
                  <a16:creationId xmlns:a16="http://schemas.microsoft.com/office/drawing/2014/main" id="{63A84E22-EDC7-FB11-2B7B-F2807F257F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792196" cy="215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9" name="object 9">
              <a:extLst>
                <a:ext uri="{FF2B5EF4-FFF2-40B4-BE49-F238E27FC236}">
                  <a16:creationId xmlns:a16="http://schemas.microsoft.com/office/drawing/2014/main" id="{128D7CEE-5AA2-B0C7-158D-D93AE4B5F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3737" y="1515236"/>
              <a:ext cx="445008" cy="431292"/>
            </a:xfrm>
            <a:prstGeom prst="rect">
              <a:avLst/>
            </a:prstGeom>
            <a:noFill/>
            <a:ln w="19050">
              <a:solidFill>
                <a:srgbClr val="A9C03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pPr eaLnBrk="1"/>
              <a:endParaRPr lang="en-US" altLang="en-US"/>
            </a:p>
          </p:txBody>
        </p:sp>
      </p:grpSp>
      <p:sp>
        <p:nvSpPr>
          <p:cNvPr id="9" name="object 10">
            <a:extLst>
              <a:ext uri="{FF2B5EF4-FFF2-40B4-BE49-F238E27FC236}">
                <a16:creationId xmlns:a16="http://schemas.microsoft.com/office/drawing/2014/main" id="{D935C405-C803-F3ED-07A0-9236227CD2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772" y="1986870"/>
            <a:ext cx="0" cy="796925"/>
          </a:xfrm>
          <a:prstGeom prst="line">
            <a:avLst/>
          </a:prstGeom>
          <a:noFill/>
          <a:ln w="22225">
            <a:solidFill>
              <a:srgbClr val="CA790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F238B86E-1D44-8E27-28E2-AEE45A99781B}"/>
              </a:ext>
            </a:extLst>
          </p:cNvPr>
          <p:cNvSpPr txBox="1"/>
          <p:nvPr/>
        </p:nvSpPr>
        <p:spPr>
          <a:xfrm>
            <a:off x="886009" y="1595011"/>
            <a:ext cx="4321175" cy="5003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spcBef>
                <a:spcPts val="8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insieme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variabili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ordinate</a:t>
            </a:r>
          </a:p>
          <a:p>
            <a:pPr algn="just" eaLnBrk="1">
              <a:spcBef>
                <a:spcPts val="7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(array)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variabili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al loro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contengono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più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celle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certo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tipo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eaLnBrk="1"/>
            <a:endParaRPr lang="en-US" altLang="en-US" sz="29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/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Accedere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alle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celle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>
              <a:spcBef>
                <a:spcPts val="7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varie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celle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identificate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dalla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loro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posizione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all’interno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del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eaLnBrk="1"/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>
              <a:spcBef>
                <a:spcPts val="1500"/>
              </a:spcBef>
            </a:pPr>
            <a:r>
              <a:rPr lang="en-US" altLang="en-US" dirty="0">
                <a:solidFill>
                  <a:srgbClr val="E8E7E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⚠️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Attenzione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la prima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cella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trova in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posizione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0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dice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gli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array in C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zero-based). Non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sarà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stesso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 MATLAB.</a:t>
            </a:r>
          </a:p>
          <a:p>
            <a:pPr algn="just" eaLnBrk="1"/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L’ultima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posizione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di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è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dunque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quella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posizione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n-1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dove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n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è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dimensione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del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5492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6068B-0D1D-B00A-13F4-27F8D96F5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D620-054B-0C46-E7F2-559D13F22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 err="1"/>
              <a:t>Recap</a:t>
            </a:r>
            <a:r>
              <a:rPr lang="it-IT" dirty="0"/>
              <a:t> (2)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9B071086-6190-0563-B0C7-BD1875CE2169}"/>
              </a:ext>
            </a:extLst>
          </p:cNvPr>
          <p:cNvSpPr txBox="1"/>
          <p:nvPr/>
        </p:nvSpPr>
        <p:spPr>
          <a:xfrm>
            <a:off x="913772" y="1722438"/>
            <a:ext cx="3921125" cy="177741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spcBef>
                <a:spcPts val="1000"/>
              </a:spcBef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Vettori di </a:t>
            </a:r>
            <a:r>
              <a:rPr lang="en-US" altLang="en-US" b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vettori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>
              <a:spcBef>
                <a:spcPts val="9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matrici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come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contengono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insieme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variabili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dello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stesso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tipo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 A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differenza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di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questi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 le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celle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nelle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matrici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identificate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da due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indici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anziché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uno solo.</a:t>
            </a:r>
          </a:p>
        </p:txBody>
      </p:sp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5DA383CE-1D97-29E9-E07E-C96BD55FA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925" y="1240190"/>
            <a:ext cx="6597475" cy="2259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E6FC48-C2EC-8506-86C7-00685FE33692}"/>
              </a:ext>
            </a:extLst>
          </p:cNvPr>
          <p:cNvSpPr txBox="1"/>
          <p:nvPr/>
        </p:nvSpPr>
        <p:spPr>
          <a:xfrm>
            <a:off x="763772" y="4016776"/>
            <a:ext cx="4071125" cy="313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>
              <a:spcBef>
                <a:spcPts val="800"/>
              </a:spcBef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Vettori di </a:t>
            </a:r>
            <a:r>
              <a:rPr lang="en-US" altLang="en-US" b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caratteri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eaLnBrk="1">
              <a:spcBef>
                <a:spcPts val="7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Le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stringhe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in C	son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definit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come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caratteri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Ogni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cella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del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contiene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un carattere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stringa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>
              <a:spcBef>
                <a:spcPts val="7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Poiché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non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possiamo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sapere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a priori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quanto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sia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lunga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stringa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il carattere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terminatore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’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\0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’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viene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utilizzato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per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indicarne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termine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eaLnBrk="1">
              <a:spcBef>
                <a:spcPts val="7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table">
            <a:extLst>
              <a:ext uri="{FF2B5EF4-FFF2-40B4-BE49-F238E27FC236}">
                <a16:creationId xmlns:a16="http://schemas.microsoft.com/office/drawing/2014/main" id="{B4FBC64B-C728-521D-7EB4-9CF1D6394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682" y="4611135"/>
            <a:ext cx="2297111" cy="382587"/>
          </a:xfrm>
          <a:prstGeom prst="rect">
            <a:avLst/>
          </a:prstGeom>
        </p:spPr>
      </p:pic>
      <p:pic>
        <p:nvPicPr>
          <p:cNvPr id="15" name="object 8" descr="object 8">
            <a:extLst>
              <a:ext uri="{FF2B5EF4-FFF2-40B4-BE49-F238E27FC236}">
                <a16:creationId xmlns:a16="http://schemas.microsoft.com/office/drawing/2014/main" id="{E20CEEE3-9EE1-3EAA-C5F0-B5F543839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925" y="4095325"/>
            <a:ext cx="28479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6" name="object 9" descr="object 9">
            <a:extLst>
              <a:ext uri="{FF2B5EF4-FFF2-40B4-BE49-F238E27FC236}">
                <a16:creationId xmlns:a16="http://schemas.microsoft.com/office/drawing/2014/main" id="{58A67D63-1CF2-ED3B-91DD-485118F9A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675" y="6501959"/>
            <a:ext cx="39814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1" name="object 10">
            <a:extLst>
              <a:ext uri="{FF2B5EF4-FFF2-40B4-BE49-F238E27FC236}">
                <a16:creationId xmlns:a16="http://schemas.microsoft.com/office/drawing/2014/main" id="{095197EC-94DE-4751-E132-CCA825BCDF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34400" y="5827271"/>
            <a:ext cx="712787" cy="577850"/>
          </a:xfrm>
          <a:prstGeom prst="line">
            <a:avLst/>
          </a:prstGeom>
          <a:noFill/>
          <a:ln w="12700">
            <a:solidFill>
              <a:srgbClr val="F59F2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2D4E40E9-016C-5CAB-94B1-7DBAEFAF4DB8}"/>
              </a:ext>
            </a:extLst>
          </p:cNvPr>
          <p:cNvSpPr txBox="1"/>
          <p:nvPr/>
        </p:nvSpPr>
        <p:spPr>
          <a:xfrm>
            <a:off x="5365925" y="5179571"/>
            <a:ext cx="3921125" cy="7921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spcBef>
                <a:spcPts val="100"/>
              </a:spcBef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La stringa ‘ciao’ ha bisogno di un array di almeno 5 caratteri per poter essere salvata.</a:t>
            </a:r>
          </a:p>
        </p:txBody>
      </p:sp>
    </p:spTree>
    <p:extLst>
      <p:ext uri="{BB962C8B-B14F-4D97-AF65-F5344CB8AC3E}">
        <p14:creationId xmlns:p14="http://schemas.microsoft.com/office/powerpoint/2010/main" val="23394294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1D17F-A7DB-64B3-097F-AD556AB6B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D590-3F73-E95F-90CE-D2E12EF1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16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7B800114-B9D5-55CB-A134-2FEBB6D8C72B}"/>
              </a:ext>
            </a:extLst>
          </p:cNvPr>
          <p:cNvGrpSpPr>
            <a:grpSpLocks/>
          </p:cNvGrpSpPr>
          <p:nvPr/>
        </p:nvGrpSpPr>
        <p:grpSpPr bwMode="auto">
          <a:xfrm>
            <a:off x="925031" y="1940405"/>
            <a:ext cx="5170969" cy="1020762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44DA783D-C334-B26C-943A-E42F2E57E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97827BF7-1C38-D40C-C5E7-ABF0592A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20E6AF4A-62B3-1586-B888-8F840A3DB28C}"/>
              </a:ext>
            </a:extLst>
          </p:cNvPr>
          <p:cNvSpPr txBox="1"/>
          <p:nvPr/>
        </p:nvSpPr>
        <p:spPr>
          <a:xfrm>
            <a:off x="1073887" y="2035287"/>
            <a:ext cx="4933508" cy="112082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cinque numeri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ordine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inverso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algn="just" eaLnBrk="1">
              <a:spcBef>
                <a:spcPts val="100"/>
              </a:spcBef>
            </a:pP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</p:spTree>
    <p:extLst>
      <p:ext uri="{BB962C8B-B14F-4D97-AF65-F5344CB8AC3E}">
        <p14:creationId xmlns:p14="http://schemas.microsoft.com/office/powerpoint/2010/main" val="41453929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20584-2B09-17D4-2A00-72CAB6EED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E5F3-B021-4F06-5186-1F04130ED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17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DD10E242-4151-15DF-F674-5604839C92B9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5170968" cy="1047344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AC41CE68-30DB-0B9F-FB50-D547F2EF2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73EE6DC5-B6E2-8308-CBF6-FEE957D35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CE8BC742-E6C9-2CA7-BD15-D11564D08C78}"/>
              </a:ext>
            </a:extLst>
          </p:cNvPr>
          <p:cNvSpPr txBox="1"/>
          <p:nvPr/>
        </p:nvSpPr>
        <p:spPr>
          <a:xfrm>
            <a:off x="1073888" y="2035287"/>
            <a:ext cx="4880346" cy="112082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eaLnBrk="1"/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un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cinque numeri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u="sng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tra</a:t>
            </a:r>
            <a:r>
              <a:rPr lang="en-US" altLang="en-US" u="sng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0 e 100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ne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massimo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minimo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 la media.</a:t>
            </a:r>
          </a:p>
          <a:p>
            <a:pPr eaLnBrk="1">
              <a:spcBef>
                <a:spcPts val="100"/>
              </a:spcBef>
            </a:pP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</p:spTree>
    <p:extLst>
      <p:ext uri="{BB962C8B-B14F-4D97-AF65-F5344CB8AC3E}">
        <p14:creationId xmlns:p14="http://schemas.microsoft.com/office/powerpoint/2010/main" val="31332064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67E2-8DC3-6C0B-198D-A1C999AA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9338-2086-B39F-CE45-87192F9E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18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A89055EC-A9AE-EB8C-7C68-11A5EB9E70FA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5954233" cy="1107996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05081F13-12C4-67FE-ADAF-4D22537C4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FAC1B6FA-E228-5204-E033-E6FF47513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AB94F99E-2A1D-5C9D-4F86-C7AA36DB2A05}"/>
              </a:ext>
            </a:extLst>
          </p:cNvPr>
          <p:cNvSpPr txBox="1"/>
          <p:nvPr/>
        </p:nvSpPr>
        <p:spPr>
          <a:xfrm>
            <a:off x="1073887" y="2035287"/>
            <a:ext cx="5699053" cy="83099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cinque numeri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u="sng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positivi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ordine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decrescente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8029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DC6F-B9ED-5E61-1905-8D7CADCAC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27B7C-9209-845E-20EC-C26FBC94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19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08B0046C-B1C2-2A19-E772-87831182110B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4"/>
            <a:ext cx="6496494" cy="1621503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08CD03B6-5BFA-F924-4978-44388F082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3A2F879D-F9AA-459A-A40E-E4ECFD1B9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95383F3D-8DBC-76CA-DBAD-053B0118F1AB}"/>
              </a:ext>
            </a:extLst>
          </p:cNvPr>
          <p:cNvSpPr txBox="1"/>
          <p:nvPr/>
        </p:nvSpPr>
        <p:spPr>
          <a:xfrm>
            <a:off x="1073887" y="2035287"/>
            <a:ext cx="6241313" cy="141064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data 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stringa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«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stampami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»,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salvata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100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caratteri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carattere per carattere.</a:t>
            </a:r>
          </a:p>
          <a:p>
            <a:pPr algn="just">
              <a:spcBef>
                <a:spcPts val="1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spcBef>
                <a:spcPts val="1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Suggerimento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usare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funzione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strlen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1D8F331-C789-7E05-1DD4-3F76B2D8F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382" y="1940404"/>
            <a:ext cx="4108450" cy="1014412"/>
          </a:xfrm>
          <a:prstGeom prst="rect">
            <a:avLst/>
          </a:prstGeom>
          <a:solidFill>
            <a:srgbClr val="F1F1F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endParaRPr lang="en-US" altLang="en-U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2A39B409-0066-0C61-2717-99723E5E7BB6}"/>
              </a:ext>
            </a:extLst>
          </p:cNvPr>
          <p:cNvSpPr txBox="1"/>
          <p:nvPr/>
        </p:nvSpPr>
        <p:spPr>
          <a:xfrm>
            <a:off x="7583082" y="1957866"/>
            <a:ext cx="4024313" cy="10509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lnSpc>
                <a:spcPct val="103000"/>
              </a:lnSpc>
            </a:pPr>
            <a:r>
              <a:rPr lang="en-US" altLang="en-US" sz="2700" baseline="2000" dirty="0">
                <a:solidFill>
                  <a:srgbClr val="E8E7E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ℹ️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La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funzione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strlen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nella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libreria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string.h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ritorna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lunghezza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stringa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11161641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4878-2CBA-C0DA-A8BB-8B44A868D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9B357-2694-2C42-74F6-74DA1D65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20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3EA27B1E-6C47-C17B-641D-516ECE83B0D3}"/>
              </a:ext>
            </a:extLst>
          </p:cNvPr>
          <p:cNvGrpSpPr>
            <a:grpSpLocks/>
          </p:cNvGrpSpPr>
          <p:nvPr/>
        </p:nvGrpSpPr>
        <p:grpSpPr bwMode="auto">
          <a:xfrm>
            <a:off x="925031" y="1940404"/>
            <a:ext cx="7435198" cy="2435653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E6E2CF10-FAD3-8C21-84F1-93DE05ED5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C7884243-8E37-5477-E01D-4FC19C183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81289344-5689-C2C3-1458-AC487D541D64}"/>
              </a:ext>
            </a:extLst>
          </p:cNvPr>
          <p:cNvSpPr txBox="1"/>
          <p:nvPr/>
        </p:nvSpPr>
        <p:spPr>
          <a:xfrm>
            <a:off x="1073887" y="2035287"/>
            <a:ext cx="6923328" cy="256993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spcBef>
                <a:spcPts val="100"/>
              </a:spcBef>
            </a:pPr>
            <a:r>
              <a:rPr lang="it-IT" kern="0" spc="-10" dirty="0">
                <a:latin typeface="Arial"/>
                <a:ea typeface="Arial"/>
                <a:cs typeface="Arial"/>
                <a:sym typeface="Arial"/>
              </a:rPr>
              <a:t>Scrivere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it-IT" kern="0" spc="-25" dirty="0">
                <a:latin typeface="Arial"/>
                <a:ea typeface="Arial"/>
                <a:cs typeface="Arial"/>
                <a:sym typeface="Arial"/>
              </a:rPr>
              <a:t>un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it-IT" kern="0" spc="-10" dirty="0">
                <a:latin typeface="Arial"/>
                <a:ea typeface="Arial"/>
                <a:cs typeface="Arial"/>
                <a:sym typeface="Arial"/>
              </a:rPr>
              <a:t>programma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it-IT" kern="0" spc="-25" dirty="0">
                <a:latin typeface="Arial"/>
                <a:ea typeface="Arial"/>
                <a:cs typeface="Arial"/>
                <a:sym typeface="Arial"/>
              </a:rPr>
              <a:t>che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it-IT" kern="0" spc="-55" dirty="0">
                <a:latin typeface="Arial"/>
                <a:ea typeface="Arial"/>
                <a:cs typeface="Arial"/>
                <a:sym typeface="Arial"/>
              </a:rPr>
              <a:t>chiede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ripetutamente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 Se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questo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è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pari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primi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valori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sequenza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fibonacci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 Se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invece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n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è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dispari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o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0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arresta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 Con:</a:t>
            </a:r>
          </a:p>
          <a:p>
            <a:pPr algn="just">
              <a:spcBef>
                <a:spcPts val="1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spcBef>
                <a:spcPts val="1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spcBef>
                <a:spcPts val="1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indent="12700" eaLnBrk="1" fontAlgn="auto">
              <a:spcBef>
                <a:spcPts val="200"/>
              </a:spcBef>
              <a:spcAft>
                <a:spcPts val="0"/>
              </a:spcAft>
              <a:defRPr spc="-65">
                <a:latin typeface="Arial"/>
                <a:ea typeface="Arial"/>
                <a:cs typeface="Arial"/>
                <a:sym typeface="Arial"/>
              </a:defRPr>
            </a:pPr>
            <a:r>
              <a:rPr lang="it-IT" kern="0" spc="-65" dirty="0">
                <a:latin typeface="Arial"/>
                <a:ea typeface="Arial"/>
                <a:cs typeface="Arial"/>
                <a:sym typeface="Arial"/>
              </a:rPr>
              <a:t>Cosa</a:t>
            </a:r>
            <a:r>
              <a:rPr lang="it-IT" kern="0" spc="34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60" dirty="0">
                <a:latin typeface="Arial"/>
                <a:ea typeface="Arial"/>
                <a:cs typeface="Arial"/>
                <a:sym typeface="Arial"/>
              </a:rPr>
              <a:t>succede</a:t>
            </a:r>
            <a:r>
              <a:rPr lang="it-IT" kern="0" spc="8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10" dirty="0"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it-IT" kern="0" spc="139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b="1" kern="0" dirty="0"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it-IT" b="1" kern="0" spc="-27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è</a:t>
            </a:r>
            <a:r>
              <a:rPr lang="it-IT" kern="0" spc="145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40" dirty="0">
                <a:latin typeface="Arial"/>
                <a:ea typeface="Arial"/>
                <a:cs typeface="Arial"/>
                <a:sym typeface="Arial"/>
              </a:rPr>
              <a:t>negativo?</a:t>
            </a:r>
            <a:r>
              <a:rPr lang="it-IT" kern="0" spc="145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45" dirty="0">
                <a:latin typeface="Arial"/>
                <a:ea typeface="Arial"/>
                <a:cs typeface="Arial"/>
                <a:sym typeface="Arial"/>
              </a:rPr>
              <a:t>Cambia </a:t>
            </a:r>
            <a:r>
              <a:rPr lang="it-IT" kern="0" spc="-85" dirty="0">
                <a:latin typeface="Arial"/>
                <a:ea typeface="Arial"/>
                <a:cs typeface="Arial"/>
                <a:sym typeface="Arial"/>
              </a:rPr>
              <a:t>qualcosa</a:t>
            </a:r>
            <a:r>
              <a:rPr lang="it-IT" kern="0" spc="-4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160" dirty="0"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it-IT" kern="0" spc="-1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è</a:t>
            </a:r>
            <a:r>
              <a:rPr lang="it-IT" kern="0" spc="-9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20" dirty="0">
                <a:latin typeface="Arial"/>
                <a:ea typeface="Arial"/>
                <a:cs typeface="Arial"/>
                <a:sym typeface="Arial"/>
              </a:rPr>
              <a:t>pari</a:t>
            </a:r>
            <a:r>
              <a:rPr lang="it-IT" kern="0" spc="-25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it-IT" kern="0" spc="-45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10" dirty="0">
                <a:latin typeface="Arial"/>
                <a:ea typeface="Arial"/>
                <a:cs typeface="Arial"/>
                <a:sym typeface="Arial"/>
              </a:rPr>
              <a:t>dispari?</a:t>
            </a:r>
          </a:p>
          <a:p>
            <a:pPr algn="just">
              <a:spcBef>
                <a:spcPts val="1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18991AAD-59CC-7924-B102-91139D2D3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807" y="2863056"/>
            <a:ext cx="3951287" cy="113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7234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2A97E-D8F8-C576-6F29-D5CBF33B2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A753-DE9B-805D-3734-4AD39FB48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21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9CAC4FD0-69D9-1C5B-91F9-B1AA3EF6F931}"/>
              </a:ext>
            </a:extLst>
          </p:cNvPr>
          <p:cNvGrpSpPr>
            <a:grpSpLocks/>
          </p:cNvGrpSpPr>
          <p:nvPr/>
        </p:nvGrpSpPr>
        <p:grpSpPr bwMode="auto">
          <a:xfrm>
            <a:off x="925031" y="1940404"/>
            <a:ext cx="7435198" cy="2435653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000008EE-2B5B-4C28-069D-15C540B17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8CBB5040-AE7C-F9BE-47A9-78A765FB4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1FC198AD-EF9D-8522-E2A7-0EFFB1300372}"/>
              </a:ext>
            </a:extLst>
          </p:cNvPr>
          <p:cNvSpPr txBox="1"/>
          <p:nvPr/>
        </p:nvSpPr>
        <p:spPr>
          <a:xfrm>
            <a:off x="1073887" y="2035287"/>
            <a:ext cx="6923328" cy="222753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data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matrice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8 </a:t>
            </a: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×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8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rappresentante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scacchiera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sulla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quale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sono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presenti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Re ed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Regina,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«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sì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» se la Regina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può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mangiare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il  Re,  «no»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altrimenti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eaLnBrk="1"/>
            <a:endParaRPr lang="en-US" altLang="en-US" sz="19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>
              <a:lnSpc>
                <a:spcPct val="97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SUGGERIMENTO: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potete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indicare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il Re con un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1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 la Regina con un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mentre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lo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0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può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indicare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caselle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vuote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algn="just">
              <a:spcBef>
                <a:spcPts val="1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1128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CB045-9FBA-218D-02AD-5A9359F10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52C61FEA-F329-5B14-9326-F9DC4E159F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ABCB8C-B099-C82A-3821-B30026A06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043040"/>
            <a:ext cx="4604945" cy="4771920"/>
          </a:xfrm>
        </p:spPr>
        <p:txBody>
          <a:bodyPr anchor="ctr">
            <a:normAutofit fontScale="90000"/>
          </a:bodyPr>
          <a:lstStyle/>
          <a:p>
            <a:pPr algn="r"/>
            <a:r>
              <a:rPr lang="en-US" sz="5300" dirty="0">
                <a:latin typeface="Abadi" panose="020B0604020104020204" pitchFamily="34" charset="0"/>
              </a:rPr>
              <a:t>Vettori, </a:t>
            </a:r>
            <a:r>
              <a:rPr lang="en-US" sz="5300" dirty="0" err="1">
                <a:latin typeface="Abadi" panose="020B0604020104020204" pitchFamily="34" charset="0"/>
              </a:rPr>
              <a:t>stringhe</a:t>
            </a:r>
            <a:r>
              <a:rPr lang="en-US" sz="5300" dirty="0">
                <a:latin typeface="Abadi" panose="020B0604020104020204" pitchFamily="34" charset="0"/>
              </a:rPr>
              <a:t> e </a:t>
            </a:r>
            <a:r>
              <a:rPr lang="en-US" sz="5300" dirty="0" err="1">
                <a:latin typeface="Abadi" panose="020B0604020104020204" pitchFamily="34" charset="0"/>
              </a:rPr>
              <a:t>Matrici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sz="4400" dirty="0" err="1">
                <a:latin typeface="Abadi" panose="020B0604020104020204" pitchFamily="34" charset="0"/>
              </a:rPr>
              <a:t>Esercizi</a:t>
            </a:r>
            <a:r>
              <a:rPr lang="en-US" sz="4400" dirty="0">
                <a:latin typeface="Abadi" panose="020B0604020104020204" pitchFamily="34" charset="0"/>
              </a:rPr>
              <a:t> </a:t>
            </a:r>
            <a:r>
              <a:rPr lang="en-US" sz="4400" dirty="0" err="1">
                <a:latin typeface="Abadi" panose="020B0604020104020204" pitchFamily="34" charset="0"/>
              </a:rPr>
              <a:t>Aggiuntivi</a:t>
            </a:r>
            <a:endParaRPr lang="en-US" dirty="0">
              <a:latin typeface="Abadi" panose="020B0604020104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E22E2F8-0861-9C48-4558-45E1985B4588}"/>
              </a:ext>
            </a:extLst>
          </p:cNvPr>
          <p:cNvCxnSpPr>
            <a:cxnSpLocks/>
          </p:cNvCxnSpPr>
          <p:nvPr/>
        </p:nvCxnSpPr>
        <p:spPr>
          <a:xfrm>
            <a:off x="0" y="4376358"/>
            <a:ext cx="535880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7064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2018A-248B-58B3-DA1A-BD76F768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0444-00B7-DD88-D05F-9DC922D5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637367"/>
          </a:xfrm>
        </p:spPr>
        <p:txBody>
          <a:bodyPr>
            <a:normAutofit fontScale="90000"/>
          </a:bodyPr>
          <a:lstStyle/>
          <a:p>
            <a:r>
              <a:rPr lang="it-IT" sz="4600" dirty="0"/>
              <a:t>Esercizio</a:t>
            </a:r>
            <a:r>
              <a:rPr lang="it-IT" dirty="0"/>
              <a:t> 22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EA03C98C-C686-732D-5831-9F228331B6CE}"/>
              </a:ext>
            </a:extLst>
          </p:cNvPr>
          <p:cNvGrpSpPr>
            <a:grpSpLocks/>
          </p:cNvGrpSpPr>
          <p:nvPr/>
        </p:nvGrpSpPr>
        <p:grpSpPr bwMode="auto">
          <a:xfrm>
            <a:off x="912628" y="1002510"/>
            <a:ext cx="9230831" cy="1524919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37CA5B2E-7752-19F2-C27E-58E682E62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76046514-46F5-D61C-AD43-9BA6E82E6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19FD11D-2901-4D10-E26B-7902F8828D49}"/>
              </a:ext>
            </a:extLst>
          </p:cNvPr>
          <p:cNvSpPr txBox="1"/>
          <p:nvPr/>
        </p:nvSpPr>
        <p:spPr>
          <a:xfrm>
            <a:off x="1007434" y="1002511"/>
            <a:ext cx="90084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data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stringa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ed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codifichi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stringa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secondo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cifrario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Cesare.</a:t>
            </a:r>
          </a:p>
          <a:p>
            <a:pPr eaLnBrk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/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Suggerimento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: fare uno shift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sull’alfabeto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ogni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lettera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di  tanti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posti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quanti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indica 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(la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chiave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).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D47ABD-8FC6-12E7-6460-2F76867897E5}"/>
              </a:ext>
            </a:extLst>
          </p:cNvPr>
          <p:cNvSpPr txBox="1">
            <a:spLocks/>
          </p:cNvSpPr>
          <p:nvPr/>
        </p:nvSpPr>
        <p:spPr>
          <a:xfrm>
            <a:off x="763772" y="3429000"/>
            <a:ext cx="10515600" cy="6373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it-IT" dirty="0"/>
              <a:t>Esercizio 23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347549A8-AFA1-DA4B-CDA8-EAB86878C961}"/>
              </a:ext>
            </a:extLst>
          </p:cNvPr>
          <p:cNvGrpSpPr>
            <a:grpSpLocks/>
          </p:cNvGrpSpPr>
          <p:nvPr/>
        </p:nvGrpSpPr>
        <p:grpSpPr bwMode="auto">
          <a:xfrm>
            <a:off x="912631" y="4209416"/>
            <a:ext cx="5094764" cy="989906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86A17C6F-1F4E-0350-8AE3-9D868E6EC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D568EDD7-6E9E-9657-3C50-B92615DE1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496402D-85F9-3D94-7EDD-D96C13B70DD3}"/>
              </a:ext>
            </a:extLst>
          </p:cNvPr>
          <p:cNvSpPr txBox="1"/>
          <p:nvPr/>
        </p:nvSpPr>
        <p:spPr>
          <a:xfrm>
            <a:off x="1007433" y="4257009"/>
            <a:ext cx="4734147" cy="83099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date due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stringhe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codifichi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la prima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utilizzando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cifrario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“snake cypher” con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seconda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come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chiave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2DCA40-C69B-482A-5D1D-C099F15750C8}"/>
              </a:ext>
            </a:extLst>
          </p:cNvPr>
          <p:cNvCxnSpPr>
            <a:cxnSpLocks/>
          </p:cNvCxnSpPr>
          <p:nvPr/>
        </p:nvCxnSpPr>
        <p:spPr>
          <a:xfrm>
            <a:off x="0" y="3238675"/>
            <a:ext cx="1183403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table">
            <a:extLst>
              <a:ext uri="{FF2B5EF4-FFF2-40B4-BE49-F238E27FC236}">
                <a16:creationId xmlns:a16="http://schemas.microsoft.com/office/drawing/2014/main" id="{CE2D830A-8493-F885-66BA-B3DE39D12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870" y="5525310"/>
            <a:ext cx="1530349" cy="384175"/>
          </a:xfrm>
          <a:prstGeom prst="rect">
            <a:avLst/>
          </a:prstGeom>
        </p:spPr>
      </p:pic>
      <p:pic>
        <p:nvPicPr>
          <p:cNvPr id="13" name="table">
            <a:extLst>
              <a:ext uri="{FF2B5EF4-FFF2-40B4-BE49-F238E27FC236}">
                <a16:creationId xmlns:a16="http://schemas.microsoft.com/office/drawing/2014/main" id="{D834738A-1776-6D8E-7F8D-C8B581D7D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870" y="6358747"/>
            <a:ext cx="3443287" cy="382588"/>
          </a:xfrm>
          <a:prstGeom prst="rect">
            <a:avLst/>
          </a:prstGeom>
        </p:spPr>
      </p:pic>
      <p:sp>
        <p:nvSpPr>
          <p:cNvPr id="15" name="object 10">
            <a:extLst>
              <a:ext uri="{FF2B5EF4-FFF2-40B4-BE49-F238E27FC236}">
                <a16:creationId xmlns:a16="http://schemas.microsoft.com/office/drawing/2014/main" id="{AE7037CF-07B3-6111-C1E7-EEE59FFA4DA2}"/>
              </a:ext>
            </a:extLst>
          </p:cNvPr>
          <p:cNvSpPr txBox="1"/>
          <p:nvPr/>
        </p:nvSpPr>
        <p:spPr>
          <a:xfrm>
            <a:off x="1898520" y="5230035"/>
            <a:ext cx="1290026" cy="112851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Chiave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eaLnBrk="1"/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eaLnBrk="1">
              <a:spcBef>
                <a:spcPts val="1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Testo</a:t>
            </a:r>
          </a:p>
        </p:txBody>
      </p:sp>
      <p:pic>
        <p:nvPicPr>
          <p:cNvPr id="16" name="table">
            <a:extLst>
              <a:ext uri="{FF2B5EF4-FFF2-40B4-BE49-F238E27FC236}">
                <a16:creationId xmlns:a16="http://schemas.microsoft.com/office/drawing/2014/main" id="{8C84598F-4C93-03A3-9AF6-C87ED07B9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574" y="5389862"/>
            <a:ext cx="3448052" cy="381000"/>
          </a:xfrm>
          <a:prstGeom prst="rect">
            <a:avLst/>
          </a:prstGeom>
        </p:spPr>
      </p:pic>
      <p:pic>
        <p:nvPicPr>
          <p:cNvPr id="17" name="table">
            <a:extLst>
              <a:ext uri="{FF2B5EF4-FFF2-40B4-BE49-F238E27FC236}">
                <a16:creationId xmlns:a16="http://schemas.microsoft.com/office/drawing/2014/main" id="{AB5D06BD-E890-3CE0-F47A-4158E502C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749" y="4572300"/>
            <a:ext cx="3444876" cy="382587"/>
          </a:xfrm>
          <a:prstGeom prst="rect">
            <a:avLst/>
          </a:prstGeom>
        </p:spPr>
      </p:pic>
      <p:pic>
        <p:nvPicPr>
          <p:cNvPr id="18" name="table">
            <a:extLst>
              <a:ext uri="{FF2B5EF4-FFF2-40B4-BE49-F238E27FC236}">
                <a16:creationId xmlns:a16="http://schemas.microsoft.com/office/drawing/2014/main" id="{1B0D58C3-CD7D-8350-693A-29A64FFFA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811" y="6245525"/>
            <a:ext cx="3455988" cy="382587"/>
          </a:xfrm>
          <a:prstGeom prst="rect">
            <a:avLst/>
          </a:prstGeom>
        </p:spPr>
      </p:pic>
      <p:sp>
        <p:nvSpPr>
          <p:cNvPr id="19" name="object 14">
            <a:extLst>
              <a:ext uri="{FF2B5EF4-FFF2-40B4-BE49-F238E27FC236}">
                <a16:creationId xmlns:a16="http://schemas.microsoft.com/office/drawing/2014/main" id="{7916DFB7-9AD0-1041-840D-586D9B8E2754}"/>
              </a:ext>
            </a:extLst>
          </p:cNvPr>
          <p:cNvSpPr>
            <a:spLocks/>
          </p:cNvSpPr>
          <p:nvPr/>
        </p:nvSpPr>
        <p:spPr bwMode="auto">
          <a:xfrm>
            <a:off x="8028486" y="5031087"/>
            <a:ext cx="280988" cy="280988"/>
          </a:xfrm>
          <a:custGeom>
            <a:avLst/>
            <a:gdLst>
              <a:gd name="T0" fmla="*/ 140590 w 21600"/>
              <a:gd name="T1" fmla="*/ 140971 h 21600"/>
              <a:gd name="T2" fmla="*/ 140590 w 21600"/>
              <a:gd name="T3" fmla="*/ 140971 h 21600"/>
              <a:gd name="T4" fmla="*/ 140590 w 21600"/>
              <a:gd name="T5" fmla="*/ 140971 h 21600"/>
              <a:gd name="T6" fmla="*/ 140590 w 21600"/>
              <a:gd name="T7" fmla="*/ 14097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600" y="7395"/>
                </a:moveTo>
                <a:lnTo>
                  <a:pt x="14254" y="7395"/>
                </a:lnTo>
                <a:lnTo>
                  <a:pt x="14254" y="0"/>
                </a:lnTo>
                <a:lnTo>
                  <a:pt x="7346" y="0"/>
                </a:lnTo>
                <a:lnTo>
                  <a:pt x="7346" y="7395"/>
                </a:lnTo>
                <a:lnTo>
                  <a:pt x="0" y="7395"/>
                </a:lnTo>
                <a:lnTo>
                  <a:pt x="0" y="14205"/>
                </a:lnTo>
                <a:lnTo>
                  <a:pt x="7346" y="14205"/>
                </a:lnTo>
                <a:lnTo>
                  <a:pt x="7346" y="21600"/>
                </a:lnTo>
                <a:lnTo>
                  <a:pt x="14254" y="21600"/>
                </a:lnTo>
                <a:lnTo>
                  <a:pt x="14254" y="14205"/>
                </a:lnTo>
                <a:lnTo>
                  <a:pt x="21600" y="14205"/>
                </a:lnTo>
                <a:lnTo>
                  <a:pt x="21600" y="7395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F7F84EB5-B211-2FA2-2EA6-7285124EA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8486" y="5891512"/>
            <a:ext cx="280988" cy="90488"/>
          </a:xfrm>
          <a:prstGeom prst="rect">
            <a:avLst/>
          </a:pr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endParaRPr lang="en-US" altLang="en-US"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56E5FCBF-D85B-512D-AA6C-39FEC4FC3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8486" y="6026450"/>
            <a:ext cx="280988" cy="90487"/>
          </a:xfrm>
          <a:prstGeom prst="rect">
            <a:avLst/>
          </a:pr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44273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68428-DD65-92B4-B55D-AB73B7A10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C79567FA-9C7D-9BD7-6381-4D03481135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CF196E-9197-ABDC-52DD-8C79C0B49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043040"/>
            <a:ext cx="4604945" cy="4771920"/>
          </a:xfrm>
        </p:spPr>
        <p:txBody>
          <a:bodyPr anchor="ctr">
            <a:normAutofit/>
          </a:bodyPr>
          <a:lstStyle/>
          <a:p>
            <a:pPr algn="r"/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3040"/>
                    </a:gs>
                    <a:gs pos="0">
                      <a:srgbClr val="00BAC8"/>
                    </a:gs>
                  </a:gsLst>
                  <a:lin ang="0" scaled="1"/>
                </a:gradFill>
                <a:effectLst/>
                <a:uLnTx/>
                <a:uFillTx/>
                <a:latin typeface="Abadi" panose="020B0604020104020204" pitchFamily="34" charset="0"/>
                <a:ea typeface="+mn-ea"/>
                <a:cs typeface="Angsana New" panose="02020603050405020304" pitchFamily="18" charset="-34"/>
              </a:rPr>
              <a:t>Vettori, </a:t>
            </a: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100000">
                      <a:srgbClr val="203040"/>
                    </a:gs>
                    <a:gs pos="0">
                      <a:srgbClr val="00BAC8"/>
                    </a:gs>
                  </a:gsLst>
                  <a:lin ang="0" scaled="1"/>
                </a:gradFill>
                <a:effectLst/>
                <a:uLnTx/>
                <a:uFillTx/>
                <a:latin typeface="Abadi" panose="020B0604020104020204" pitchFamily="34" charset="0"/>
                <a:ea typeface="+mn-ea"/>
                <a:cs typeface="Angsana New" panose="02020603050405020304" pitchFamily="18" charset="-34"/>
              </a:rPr>
              <a:t>stringhe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3040"/>
                    </a:gs>
                    <a:gs pos="0">
                      <a:srgbClr val="00BAC8"/>
                    </a:gs>
                  </a:gsLst>
                  <a:lin ang="0" scaled="1"/>
                </a:gradFill>
                <a:effectLst/>
                <a:uLnTx/>
                <a:uFillTx/>
                <a:latin typeface="Abadi" panose="020B0604020104020204" pitchFamily="34" charset="0"/>
                <a:ea typeface="+mn-ea"/>
                <a:cs typeface="Angsana New" panose="02020603050405020304" pitchFamily="18" charset="-34"/>
              </a:rPr>
              <a:t> e </a:t>
            </a: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100000">
                      <a:srgbClr val="203040"/>
                    </a:gs>
                    <a:gs pos="0">
                      <a:srgbClr val="00BAC8"/>
                    </a:gs>
                  </a:gsLst>
                  <a:lin ang="0" scaled="1"/>
                </a:gradFill>
                <a:effectLst/>
                <a:uLnTx/>
                <a:uFillTx/>
                <a:latin typeface="Abadi" panose="020B0604020104020204" pitchFamily="34" charset="0"/>
                <a:ea typeface="+mn-ea"/>
                <a:cs typeface="Angsana New" panose="02020603050405020304" pitchFamily="18" charset="-34"/>
              </a:rPr>
              <a:t>Matrici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sz="5400" dirty="0" err="1">
                <a:latin typeface="Abadi" panose="020B0604020104020204" pitchFamily="34" charset="0"/>
              </a:rPr>
              <a:t>Soluzioni</a:t>
            </a:r>
            <a:endParaRPr lang="en-US" dirty="0">
              <a:latin typeface="Abadi" panose="020B0604020104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671224-B389-95C7-8742-49B86786CBDB}"/>
              </a:ext>
            </a:extLst>
          </p:cNvPr>
          <p:cNvCxnSpPr>
            <a:cxnSpLocks/>
          </p:cNvCxnSpPr>
          <p:nvPr/>
        </p:nvCxnSpPr>
        <p:spPr>
          <a:xfrm>
            <a:off x="0" y="4376358"/>
            <a:ext cx="535880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3759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44222-ADDC-9825-FD9A-7378883C5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15DC-FE2A-A75D-ED3E-7C110F18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16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5B1680F8-6485-DFF1-45BF-42D397C6340A}"/>
              </a:ext>
            </a:extLst>
          </p:cNvPr>
          <p:cNvGrpSpPr>
            <a:grpSpLocks/>
          </p:cNvGrpSpPr>
          <p:nvPr/>
        </p:nvGrpSpPr>
        <p:grpSpPr bwMode="auto">
          <a:xfrm>
            <a:off x="925031" y="1940405"/>
            <a:ext cx="5170969" cy="1020762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C146A01E-9C35-6E4B-C1AC-AC6815DD4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0927D99A-B085-E684-A492-808D801F7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DDECEAD8-3672-946C-639D-C11A0B42DF8D}"/>
              </a:ext>
            </a:extLst>
          </p:cNvPr>
          <p:cNvSpPr txBox="1"/>
          <p:nvPr/>
        </p:nvSpPr>
        <p:spPr>
          <a:xfrm>
            <a:off x="1073887" y="2035287"/>
            <a:ext cx="4933508" cy="112082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cinque numeri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ordine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inverso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algn="just" eaLnBrk="1">
              <a:spcBef>
                <a:spcPts val="100"/>
              </a:spcBef>
            </a:pP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A53F429C-9F83-FB27-8CC2-3438AF01B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857" y="2595697"/>
            <a:ext cx="5642104" cy="322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99764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31FB-5D0B-F7CF-27F6-605539F7E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563FC-832F-FE7C-AD5F-B8A12232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17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8476E286-8947-8DDE-A752-1EADAE6D51E4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5170968" cy="1047344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6638F71E-E988-E740-E0D7-004419154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8861F8BF-AFE3-CBB3-D532-F14C8D97D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051985DE-321A-5810-0B72-EF836F4D1A87}"/>
              </a:ext>
            </a:extLst>
          </p:cNvPr>
          <p:cNvSpPr txBox="1"/>
          <p:nvPr/>
        </p:nvSpPr>
        <p:spPr>
          <a:xfrm>
            <a:off x="1073888" y="2035287"/>
            <a:ext cx="4880346" cy="112082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eaLnBrk="1"/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un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cinque numeri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u="sng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tra</a:t>
            </a:r>
            <a:r>
              <a:rPr lang="en-US" altLang="en-US" u="sng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0 e 100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	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ne	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massimo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minimo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 la media.</a:t>
            </a:r>
          </a:p>
          <a:p>
            <a:pPr eaLnBrk="1">
              <a:spcBef>
                <a:spcPts val="100"/>
              </a:spcBef>
            </a:pPr>
            <a:endParaRPr lang="en-US" altLang="en-US" dirty="0">
              <a:latin typeface="Geneva"/>
              <a:ea typeface="Geneva"/>
              <a:cs typeface="Geneva"/>
              <a:sym typeface="Geneva"/>
            </a:endParaRP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6D9E764F-4DF0-34C8-7A9C-900D2944E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880" y="1256378"/>
            <a:ext cx="5867503" cy="5039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" name="object 10">
            <a:extLst>
              <a:ext uri="{FF2B5EF4-FFF2-40B4-BE49-F238E27FC236}">
                <a16:creationId xmlns:a16="http://schemas.microsoft.com/office/drawing/2014/main" id="{EFFB42CF-2481-6320-AA77-988B00DEEA5E}"/>
              </a:ext>
            </a:extLst>
          </p:cNvPr>
          <p:cNvSpPr txBox="1"/>
          <p:nvPr/>
        </p:nvSpPr>
        <p:spPr>
          <a:xfrm>
            <a:off x="690223" y="4192701"/>
            <a:ext cx="4475162" cy="73501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ctr" eaLnBrk="1">
              <a:spcBef>
                <a:spcPts val="100"/>
              </a:spcBef>
            </a:pPr>
            <a:r>
              <a:rPr lang="en-US" altLang="en-US" sz="2700" baseline="-3000">
                <a:solidFill>
                  <a:srgbClr val="E8E7E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ℹ️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L’operatore	ternario	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?:	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permette	di</a:t>
            </a:r>
          </a:p>
          <a:p>
            <a:pPr algn="ctr" eaLnBrk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comprimere la sintassi di un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if-else</a:t>
            </a: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B879C670-27D0-02EE-3D22-07BC9C9A9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23" y="3973478"/>
            <a:ext cx="4880347" cy="2661237"/>
          </a:xfrm>
          <a:prstGeom prst="rect">
            <a:avLst/>
          </a:prstGeom>
          <a:noFill/>
          <a:ln w="12699">
            <a:solidFill>
              <a:srgbClr val="25252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19" tIns="45719" rIns="45719" b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endParaRPr lang="en-US" altLang="en-US" dirty="0"/>
          </a:p>
        </p:txBody>
      </p:sp>
      <p:pic>
        <p:nvPicPr>
          <p:cNvPr id="7" name="object 13" descr="object 13">
            <a:extLst>
              <a:ext uri="{FF2B5EF4-FFF2-40B4-BE49-F238E27FC236}">
                <a16:creationId xmlns:a16="http://schemas.microsoft.com/office/drawing/2014/main" id="{8A3CC37D-3992-E1C4-9778-590760A7F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816" y="4858609"/>
            <a:ext cx="1012628" cy="1598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9" name="object 14" descr="object 14">
            <a:extLst>
              <a:ext uri="{FF2B5EF4-FFF2-40B4-BE49-F238E27FC236}">
                <a16:creationId xmlns:a16="http://schemas.microsoft.com/office/drawing/2014/main" id="{7FAC6946-A3E9-DB44-FC27-33D045712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264" y="5412798"/>
            <a:ext cx="1423548" cy="15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object 15">
            <a:extLst>
              <a:ext uri="{FF2B5EF4-FFF2-40B4-BE49-F238E27FC236}">
                <a16:creationId xmlns:a16="http://schemas.microsoft.com/office/drawing/2014/main" id="{7A956EA8-CF72-67FB-474A-203140FCA147}"/>
              </a:ext>
            </a:extLst>
          </p:cNvPr>
          <p:cNvGrpSpPr>
            <a:grpSpLocks/>
          </p:cNvGrpSpPr>
          <p:nvPr/>
        </p:nvGrpSpPr>
        <p:grpSpPr bwMode="auto">
          <a:xfrm>
            <a:off x="3130396" y="5438879"/>
            <a:ext cx="574712" cy="110646"/>
            <a:chOff x="0" y="0"/>
            <a:chExt cx="574675" cy="110655"/>
          </a:xfrm>
        </p:grpSpPr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0A054A61-47F6-4C82-91DC-FAF159228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05918" cy="110655"/>
            </a:xfrm>
            <a:custGeom>
              <a:avLst/>
              <a:gdLst>
                <a:gd name="T0" fmla="*/ 52959 w 21600"/>
                <a:gd name="T1" fmla="*/ 55328 h 21600"/>
                <a:gd name="T2" fmla="*/ 52959 w 21600"/>
                <a:gd name="T3" fmla="*/ 55328 h 21600"/>
                <a:gd name="T4" fmla="*/ 52959 w 21600"/>
                <a:gd name="T5" fmla="*/ 55328 h 21600"/>
                <a:gd name="T6" fmla="*/ 52959 w 21600"/>
                <a:gd name="T7" fmla="*/ 55328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9321" y="0"/>
                  </a:moveTo>
                  <a:lnTo>
                    <a:pt x="18414" y="518"/>
                  </a:lnTo>
                  <a:lnTo>
                    <a:pt x="0" y="10801"/>
                  </a:lnTo>
                  <a:lnTo>
                    <a:pt x="18414" y="21084"/>
                  </a:lnTo>
                  <a:lnTo>
                    <a:pt x="19321" y="21600"/>
                  </a:lnTo>
                  <a:lnTo>
                    <a:pt x="20512" y="21303"/>
                  </a:lnTo>
                  <a:lnTo>
                    <a:pt x="21600" y="19527"/>
                  </a:lnTo>
                  <a:lnTo>
                    <a:pt x="21289" y="18390"/>
                  </a:lnTo>
                  <a:lnTo>
                    <a:pt x="11026" y="12660"/>
                  </a:lnTo>
                  <a:lnTo>
                    <a:pt x="3833" y="12660"/>
                  </a:lnTo>
                  <a:lnTo>
                    <a:pt x="3833" y="8942"/>
                  </a:lnTo>
                  <a:lnTo>
                    <a:pt x="11026" y="8942"/>
                  </a:lnTo>
                  <a:lnTo>
                    <a:pt x="21289" y="3213"/>
                  </a:lnTo>
                  <a:lnTo>
                    <a:pt x="21600" y="2075"/>
                  </a:lnTo>
                  <a:lnTo>
                    <a:pt x="20512" y="300"/>
                  </a:lnTo>
                  <a:lnTo>
                    <a:pt x="19321" y="0"/>
                  </a:lnTo>
                  <a:close/>
                </a:path>
              </a:pathLst>
            </a:custGeom>
            <a:solidFill>
              <a:srgbClr val="A9C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CF690492-9A77-F2AB-BFE9-83672B3F2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29" y="55332"/>
              <a:ext cx="89719" cy="55323"/>
            </a:xfrm>
            <a:custGeom>
              <a:avLst/>
              <a:gdLst>
                <a:gd name="T0" fmla="*/ 44860 w 21600"/>
                <a:gd name="T1" fmla="*/ 27662 h 21600"/>
                <a:gd name="T2" fmla="*/ 44860 w 21600"/>
                <a:gd name="T3" fmla="*/ 27662 h 21600"/>
                <a:gd name="T4" fmla="*/ 44860 w 21600"/>
                <a:gd name="T5" fmla="*/ 27662 h 21600"/>
                <a:gd name="T6" fmla="*/ 44860 w 21600"/>
                <a:gd name="T7" fmla="*/ 27662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6416" y="0"/>
                  </a:moveTo>
                  <a:lnTo>
                    <a:pt x="367" y="15178"/>
                  </a:lnTo>
                  <a:lnTo>
                    <a:pt x="0" y="17454"/>
                  </a:lnTo>
                  <a:lnTo>
                    <a:pt x="1284" y="21005"/>
                  </a:lnTo>
                  <a:lnTo>
                    <a:pt x="2691" y="21600"/>
                  </a:lnTo>
                  <a:lnTo>
                    <a:pt x="21600" y="3719"/>
                  </a:lnTo>
                  <a:lnTo>
                    <a:pt x="20975" y="3719"/>
                  </a:lnTo>
                  <a:lnTo>
                    <a:pt x="20975" y="3213"/>
                  </a:lnTo>
                  <a:lnTo>
                    <a:pt x="19813" y="3213"/>
                  </a:lnTo>
                  <a:lnTo>
                    <a:pt x="16416" y="0"/>
                  </a:lnTo>
                  <a:close/>
                </a:path>
              </a:pathLst>
            </a:custGeom>
            <a:solidFill>
              <a:srgbClr val="A9C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16" name="Shape">
              <a:extLst>
                <a:ext uri="{FF2B5EF4-FFF2-40B4-BE49-F238E27FC236}">
                  <a16:creationId xmlns:a16="http://schemas.microsoft.com/office/drawing/2014/main" id="{CDE2EC28-631E-9512-CAEC-4B8E2930C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2" y="45807"/>
              <a:ext cx="499082" cy="19051"/>
            </a:xfrm>
            <a:custGeom>
              <a:avLst/>
              <a:gdLst>
                <a:gd name="T0" fmla="*/ 249541 w 21600"/>
                <a:gd name="T1" fmla="*/ 9526 h 21600"/>
                <a:gd name="T2" fmla="*/ 249541 w 21600"/>
                <a:gd name="T3" fmla="*/ 9526 h 21600"/>
                <a:gd name="T4" fmla="*/ 249541 w 21600"/>
                <a:gd name="T5" fmla="*/ 9526 h 21600"/>
                <a:gd name="T6" fmla="*/ 249541 w 21600"/>
                <a:gd name="T7" fmla="*/ 9526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893" y="0"/>
                  </a:moveTo>
                  <a:lnTo>
                    <a:pt x="707" y="0"/>
                  </a:lnTo>
                  <a:lnTo>
                    <a:pt x="0" y="10800"/>
                  </a:lnTo>
                  <a:lnTo>
                    <a:pt x="707" y="21600"/>
                  </a:lnTo>
                  <a:lnTo>
                    <a:pt x="20893" y="21600"/>
                  </a:lnTo>
                  <a:lnTo>
                    <a:pt x="21600" y="10800"/>
                  </a:lnTo>
                  <a:lnTo>
                    <a:pt x="20893" y="0"/>
                  </a:lnTo>
                  <a:close/>
                </a:path>
              </a:pathLst>
            </a:custGeom>
            <a:solidFill>
              <a:srgbClr val="A9C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37EC63AC-C45C-0352-7A91-C8C0C1330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750" y="45807"/>
              <a:ext cx="18925" cy="19051"/>
            </a:xfrm>
            <a:custGeom>
              <a:avLst/>
              <a:gdLst>
                <a:gd name="T0" fmla="*/ 9463 w 21600"/>
                <a:gd name="T1" fmla="*/ 9526 h 21600"/>
                <a:gd name="T2" fmla="*/ 9463 w 21600"/>
                <a:gd name="T3" fmla="*/ 9526 h 21600"/>
                <a:gd name="T4" fmla="*/ 9463 w 21600"/>
                <a:gd name="T5" fmla="*/ 9526 h 21600"/>
                <a:gd name="T6" fmla="*/ 9463 w 21600"/>
                <a:gd name="T7" fmla="*/ 9526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964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964" y="21600"/>
                  </a:lnTo>
                  <a:lnTo>
                    <a:pt x="21600" y="10800"/>
                  </a:lnTo>
                  <a:lnTo>
                    <a:pt x="2964" y="0"/>
                  </a:lnTo>
                  <a:close/>
                </a:path>
              </a:pathLst>
            </a:custGeom>
            <a:solidFill>
              <a:srgbClr val="A9C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18" name="Triangle">
              <a:extLst>
                <a:ext uri="{FF2B5EF4-FFF2-40B4-BE49-F238E27FC236}">
                  <a16:creationId xmlns:a16="http://schemas.microsoft.com/office/drawing/2014/main" id="{9FE51E2D-B225-FC86-0131-883BFAF63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13" y="47103"/>
              <a:ext cx="14113" cy="16460"/>
            </a:xfrm>
            <a:custGeom>
              <a:avLst/>
              <a:gdLst>
                <a:gd name="T0" fmla="*/ 7057 w 21600"/>
                <a:gd name="T1" fmla="*/ 8230 h 21600"/>
                <a:gd name="T2" fmla="*/ 7057 w 21600"/>
                <a:gd name="T3" fmla="*/ 8230 h 21600"/>
                <a:gd name="T4" fmla="*/ 7057 w 21600"/>
                <a:gd name="T5" fmla="*/ 8230 h 21600"/>
                <a:gd name="T6" fmla="*/ 7057 w 21600"/>
                <a:gd name="T7" fmla="*/ 823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10799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A9C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19" name="Square">
              <a:extLst>
                <a:ext uri="{FF2B5EF4-FFF2-40B4-BE49-F238E27FC236}">
                  <a16:creationId xmlns:a16="http://schemas.microsoft.com/office/drawing/2014/main" id="{D8C3CDC4-9F3D-3B6E-2156-5DFBA220C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988" y="47103"/>
              <a:ext cx="12701" cy="16460"/>
            </a:xfrm>
            <a:prstGeom prst="rect">
              <a:avLst/>
            </a:prstGeom>
            <a:solidFill>
              <a:srgbClr val="A9C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pPr eaLnBrk="1"/>
              <a:endParaRPr lang="en-US" altLang="en-US"/>
            </a:p>
          </p:txBody>
        </p:sp>
        <p:sp>
          <p:nvSpPr>
            <p:cNvPr id="20" name="Shape">
              <a:extLst>
                <a:ext uri="{FF2B5EF4-FFF2-40B4-BE49-F238E27FC236}">
                  <a16:creationId xmlns:a16="http://schemas.microsoft.com/office/drawing/2014/main" id="{151DC479-6B6D-239F-3D13-B396BE0D4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29" y="0"/>
              <a:ext cx="89719" cy="55333"/>
            </a:xfrm>
            <a:custGeom>
              <a:avLst/>
              <a:gdLst>
                <a:gd name="T0" fmla="*/ 44860 w 21600"/>
                <a:gd name="T1" fmla="*/ 27667 h 21600"/>
                <a:gd name="T2" fmla="*/ 44860 w 21600"/>
                <a:gd name="T3" fmla="*/ 27667 h 21600"/>
                <a:gd name="T4" fmla="*/ 44860 w 21600"/>
                <a:gd name="T5" fmla="*/ 27667 h 21600"/>
                <a:gd name="T6" fmla="*/ 44860 w 21600"/>
                <a:gd name="T7" fmla="*/ 2766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691" y="0"/>
                  </a:moveTo>
                  <a:lnTo>
                    <a:pt x="1284" y="600"/>
                  </a:lnTo>
                  <a:lnTo>
                    <a:pt x="0" y="4149"/>
                  </a:lnTo>
                  <a:lnTo>
                    <a:pt x="367" y="6425"/>
                  </a:lnTo>
                  <a:lnTo>
                    <a:pt x="16416" y="21600"/>
                  </a:lnTo>
                  <a:lnTo>
                    <a:pt x="19813" y="18388"/>
                  </a:lnTo>
                  <a:lnTo>
                    <a:pt x="20975" y="18388"/>
                  </a:lnTo>
                  <a:lnTo>
                    <a:pt x="20975" y="17882"/>
                  </a:lnTo>
                  <a:lnTo>
                    <a:pt x="21600" y="1788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A9C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21" name="Shape">
              <a:extLst>
                <a:ext uri="{FF2B5EF4-FFF2-40B4-BE49-F238E27FC236}">
                  <a16:creationId xmlns:a16="http://schemas.microsoft.com/office/drawing/2014/main" id="{0B1CBD60-0871-BECC-12B7-AF097E644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5" y="45807"/>
              <a:ext cx="35271" cy="19051"/>
            </a:xfrm>
            <a:custGeom>
              <a:avLst/>
              <a:gdLst>
                <a:gd name="T0" fmla="*/ 17636 w 21600"/>
                <a:gd name="T1" fmla="*/ 9526 h 21600"/>
                <a:gd name="T2" fmla="*/ 17636 w 21600"/>
                <a:gd name="T3" fmla="*/ 9526 h 21600"/>
                <a:gd name="T4" fmla="*/ 17636 w 21600"/>
                <a:gd name="T5" fmla="*/ 9526 h 21600"/>
                <a:gd name="T6" fmla="*/ 17636 w 21600"/>
                <a:gd name="T7" fmla="*/ 9526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240" y="20132"/>
                  </a:lnTo>
                  <a:lnTo>
                    <a:pt x="2956" y="20132"/>
                  </a:lnTo>
                  <a:lnTo>
                    <a:pt x="2956" y="1469"/>
                  </a:lnTo>
                  <a:lnTo>
                    <a:pt x="20240" y="1469"/>
                  </a:lnTo>
                  <a:lnTo>
                    <a:pt x="21600" y="0"/>
                  </a:lnTo>
                  <a:close/>
                  <a:moveTo>
                    <a:pt x="2956" y="1469"/>
                  </a:moveTo>
                  <a:lnTo>
                    <a:pt x="2956" y="20132"/>
                  </a:lnTo>
                  <a:lnTo>
                    <a:pt x="11597" y="10800"/>
                  </a:lnTo>
                  <a:lnTo>
                    <a:pt x="2956" y="1469"/>
                  </a:lnTo>
                  <a:close/>
                  <a:moveTo>
                    <a:pt x="20240" y="1469"/>
                  </a:moveTo>
                  <a:lnTo>
                    <a:pt x="2956" y="1469"/>
                  </a:lnTo>
                  <a:lnTo>
                    <a:pt x="11597" y="10800"/>
                  </a:lnTo>
                  <a:lnTo>
                    <a:pt x="20240" y="1469"/>
                  </a:lnTo>
                  <a:close/>
                  <a:moveTo>
                    <a:pt x="11597" y="10800"/>
                  </a:moveTo>
                  <a:lnTo>
                    <a:pt x="2956" y="20132"/>
                  </a:lnTo>
                  <a:lnTo>
                    <a:pt x="20240" y="20132"/>
                  </a:lnTo>
                  <a:lnTo>
                    <a:pt x="11597" y="1080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245353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B2B19-7B57-8BA8-8FAE-046FB5F0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3F0C-FD27-AE2D-14EB-BB4A94E1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18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1A24CCD5-0A7E-076B-2952-60BE63E7F1DB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5"/>
            <a:ext cx="5954233" cy="1107996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980A5156-E539-265A-0FD1-DE74AF451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029469C-828F-FBEE-7C04-2236B4028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590B432A-0B54-A4C7-8809-EA134A451C48}"/>
              </a:ext>
            </a:extLst>
          </p:cNvPr>
          <p:cNvSpPr txBox="1"/>
          <p:nvPr/>
        </p:nvSpPr>
        <p:spPr>
          <a:xfrm>
            <a:off x="1073887" y="2035287"/>
            <a:ext cx="5699053" cy="83099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 eaLnBrk="1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chiede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all’utente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cinque numeri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u="sng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positivi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ordine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decrescente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36B0E552-A76F-2089-EE29-0D55F3A32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749" y="3429000"/>
            <a:ext cx="4386263" cy="209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object 4" descr="object 4">
            <a:extLst>
              <a:ext uri="{FF2B5EF4-FFF2-40B4-BE49-F238E27FC236}">
                <a16:creationId xmlns:a16="http://schemas.microsoft.com/office/drawing/2014/main" id="{6CFB6EBD-66D1-F986-151B-533042CA0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912" y="2557618"/>
            <a:ext cx="2751137" cy="378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97A94EA1-4B1C-5A5E-B618-2052BB81635A}"/>
              </a:ext>
            </a:extLst>
          </p:cNvPr>
          <p:cNvSpPr>
            <a:spLocks/>
          </p:cNvSpPr>
          <p:nvPr/>
        </p:nvSpPr>
        <p:spPr bwMode="auto">
          <a:xfrm>
            <a:off x="1073887" y="3190875"/>
            <a:ext cx="611187" cy="611188"/>
          </a:xfrm>
          <a:custGeom>
            <a:avLst/>
            <a:gdLst>
              <a:gd name="T0" fmla="*/ 305563 w 21600"/>
              <a:gd name="T1" fmla="*/ 305563 h 21600"/>
              <a:gd name="T2" fmla="*/ 305563 w 21600"/>
              <a:gd name="T3" fmla="*/ 305563 h 21600"/>
              <a:gd name="T4" fmla="*/ 305563 w 21600"/>
              <a:gd name="T5" fmla="*/ 305563 h 21600"/>
              <a:gd name="T6" fmla="*/ 305563 w 21600"/>
              <a:gd name="T7" fmla="*/ 30556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8" y="141"/>
                </a:lnTo>
                <a:lnTo>
                  <a:pt x="7386" y="550"/>
                </a:lnTo>
                <a:lnTo>
                  <a:pt x="5837" y="1205"/>
                </a:lnTo>
                <a:lnTo>
                  <a:pt x="4422" y="2084"/>
                </a:lnTo>
                <a:lnTo>
                  <a:pt x="3163" y="3163"/>
                </a:lnTo>
                <a:lnTo>
                  <a:pt x="2084" y="4421"/>
                </a:lnTo>
                <a:lnTo>
                  <a:pt x="1205" y="5836"/>
                </a:lnTo>
                <a:lnTo>
                  <a:pt x="551" y="7386"/>
                </a:lnTo>
                <a:lnTo>
                  <a:pt x="141" y="9048"/>
                </a:lnTo>
                <a:lnTo>
                  <a:pt x="0" y="10800"/>
                </a:lnTo>
                <a:lnTo>
                  <a:pt x="141" y="12552"/>
                </a:lnTo>
                <a:lnTo>
                  <a:pt x="551" y="14214"/>
                </a:lnTo>
                <a:lnTo>
                  <a:pt x="1205" y="15764"/>
                </a:lnTo>
                <a:lnTo>
                  <a:pt x="2084" y="17179"/>
                </a:lnTo>
                <a:lnTo>
                  <a:pt x="3163" y="18437"/>
                </a:lnTo>
                <a:lnTo>
                  <a:pt x="4422" y="19516"/>
                </a:lnTo>
                <a:lnTo>
                  <a:pt x="5837" y="20395"/>
                </a:lnTo>
                <a:lnTo>
                  <a:pt x="7386" y="21049"/>
                </a:lnTo>
                <a:lnTo>
                  <a:pt x="9048" y="21459"/>
                </a:lnTo>
                <a:lnTo>
                  <a:pt x="10800" y="21600"/>
                </a:lnTo>
                <a:lnTo>
                  <a:pt x="12552" y="21459"/>
                </a:lnTo>
                <a:lnTo>
                  <a:pt x="14214" y="21049"/>
                </a:lnTo>
                <a:lnTo>
                  <a:pt x="15763" y="20395"/>
                </a:lnTo>
                <a:lnTo>
                  <a:pt x="17178" y="19516"/>
                </a:lnTo>
                <a:lnTo>
                  <a:pt x="18437" y="18437"/>
                </a:lnTo>
                <a:lnTo>
                  <a:pt x="19516" y="17179"/>
                </a:lnTo>
                <a:lnTo>
                  <a:pt x="20394" y="15764"/>
                </a:lnTo>
                <a:lnTo>
                  <a:pt x="21049" y="14214"/>
                </a:lnTo>
                <a:lnTo>
                  <a:pt x="21459" y="12552"/>
                </a:lnTo>
                <a:lnTo>
                  <a:pt x="21600" y="10800"/>
                </a:lnTo>
                <a:lnTo>
                  <a:pt x="21459" y="9048"/>
                </a:lnTo>
                <a:lnTo>
                  <a:pt x="21049" y="7386"/>
                </a:lnTo>
                <a:lnTo>
                  <a:pt x="20394" y="5836"/>
                </a:lnTo>
                <a:lnTo>
                  <a:pt x="19516" y="4421"/>
                </a:lnTo>
                <a:lnTo>
                  <a:pt x="18437" y="3163"/>
                </a:lnTo>
                <a:lnTo>
                  <a:pt x="17178" y="2084"/>
                </a:lnTo>
                <a:lnTo>
                  <a:pt x="15763" y="1205"/>
                </a:lnTo>
                <a:lnTo>
                  <a:pt x="14214" y="550"/>
                </a:lnTo>
                <a:lnTo>
                  <a:pt x="12552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6FF80CF-4CD0-0EEE-3CA7-E7F9D0F96BFC}"/>
              </a:ext>
            </a:extLst>
          </p:cNvPr>
          <p:cNvSpPr txBox="1"/>
          <p:nvPr/>
        </p:nvSpPr>
        <p:spPr>
          <a:xfrm>
            <a:off x="1302487" y="3354388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1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89E25C9-2D5D-1370-85C0-01696E1E00BF}"/>
              </a:ext>
            </a:extLst>
          </p:cNvPr>
          <p:cNvSpPr>
            <a:spLocks/>
          </p:cNvSpPr>
          <p:nvPr/>
        </p:nvSpPr>
        <p:spPr bwMode="auto">
          <a:xfrm>
            <a:off x="7463683" y="3190875"/>
            <a:ext cx="611188" cy="611188"/>
          </a:xfrm>
          <a:custGeom>
            <a:avLst/>
            <a:gdLst>
              <a:gd name="T0" fmla="*/ 305563 w 21600"/>
              <a:gd name="T1" fmla="*/ 305563 h 21600"/>
              <a:gd name="T2" fmla="*/ 305563 w 21600"/>
              <a:gd name="T3" fmla="*/ 305563 h 21600"/>
              <a:gd name="T4" fmla="*/ 305563 w 21600"/>
              <a:gd name="T5" fmla="*/ 305563 h 21600"/>
              <a:gd name="T6" fmla="*/ 305563 w 21600"/>
              <a:gd name="T7" fmla="*/ 30556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8" y="141"/>
                </a:lnTo>
                <a:lnTo>
                  <a:pt x="7386" y="550"/>
                </a:lnTo>
                <a:lnTo>
                  <a:pt x="5836" y="1205"/>
                </a:lnTo>
                <a:lnTo>
                  <a:pt x="4421" y="2084"/>
                </a:lnTo>
                <a:lnTo>
                  <a:pt x="3163" y="3163"/>
                </a:lnTo>
                <a:lnTo>
                  <a:pt x="2083" y="4421"/>
                </a:lnTo>
                <a:lnTo>
                  <a:pt x="1205" y="5836"/>
                </a:lnTo>
                <a:lnTo>
                  <a:pt x="550" y="7386"/>
                </a:lnTo>
                <a:lnTo>
                  <a:pt x="141" y="9048"/>
                </a:lnTo>
                <a:lnTo>
                  <a:pt x="0" y="10800"/>
                </a:lnTo>
                <a:lnTo>
                  <a:pt x="141" y="12552"/>
                </a:lnTo>
                <a:lnTo>
                  <a:pt x="550" y="14214"/>
                </a:lnTo>
                <a:lnTo>
                  <a:pt x="1205" y="15764"/>
                </a:lnTo>
                <a:lnTo>
                  <a:pt x="2083" y="17179"/>
                </a:lnTo>
                <a:lnTo>
                  <a:pt x="3163" y="18437"/>
                </a:lnTo>
                <a:lnTo>
                  <a:pt x="4421" y="19516"/>
                </a:lnTo>
                <a:lnTo>
                  <a:pt x="5836" y="20395"/>
                </a:lnTo>
                <a:lnTo>
                  <a:pt x="7386" y="21049"/>
                </a:lnTo>
                <a:lnTo>
                  <a:pt x="9048" y="21459"/>
                </a:lnTo>
                <a:lnTo>
                  <a:pt x="10800" y="21600"/>
                </a:lnTo>
                <a:lnTo>
                  <a:pt x="12552" y="21459"/>
                </a:lnTo>
                <a:lnTo>
                  <a:pt x="14214" y="21049"/>
                </a:lnTo>
                <a:lnTo>
                  <a:pt x="15764" y="20395"/>
                </a:lnTo>
                <a:lnTo>
                  <a:pt x="17179" y="19516"/>
                </a:lnTo>
                <a:lnTo>
                  <a:pt x="18437" y="18437"/>
                </a:lnTo>
                <a:lnTo>
                  <a:pt x="19516" y="17179"/>
                </a:lnTo>
                <a:lnTo>
                  <a:pt x="20395" y="15764"/>
                </a:lnTo>
                <a:lnTo>
                  <a:pt x="21049" y="14214"/>
                </a:lnTo>
                <a:lnTo>
                  <a:pt x="21459" y="12552"/>
                </a:lnTo>
                <a:lnTo>
                  <a:pt x="21600" y="10800"/>
                </a:lnTo>
                <a:lnTo>
                  <a:pt x="21459" y="9048"/>
                </a:lnTo>
                <a:lnTo>
                  <a:pt x="21049" y="7386"/>
                </a:lnTo>
                <a:lnTo>
                  <a:pt x="20395" y="5836"/>
                </a:lnTo>
                <a:lnTo>
                  <a:pt x="19516" y="4421"/>
                </a:lnTo>
                <a:lnTo>
                  <a:pt x="18437" y="3163"/>
                </a:lnTo>
                <a:lnTo>
                  <a:pt x="17179" y="2084"/>
                </a:lnTo>
                <a:lnTo>
                  <a:pt x="15764" y="1205"/>
                </a:lnTo>
                <a:lnTo>
                  <a:pt x="14214" y="550"/>
                </a:lnTo>
                <a:lnTo>
                  <a:pt x="12552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65ABBFC1-9058-6780-C313-235E605DB318}"/>
              </a:ext>
            </a:extLst>
          </p:cNvPr>
          <p:cNvSpPr txBox="1"/>
          <p:nvPr/>
        </p:nvSpPr>
        <p:spPr>
          <a:xfrm>
            <a:off x="7695458" y="3354388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54994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345E-C186-825F-18D8-62BAE06D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0393-A231-021B-4C14-390060041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19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EE85A4BF-9AF2-CDA5-D98E-9B49A2D3AE4D}"/>
              </a:ext>
            </a:extLst>
          </p:cNvPr>
          <p:cNvGrpSpPr>
            <a:grpSpLocks/>
          </p:cNvGrpSpPr>
          <p:nvPr/>
        </p:nvGrpSpPr>
        <p:grpSpPr bwMode="auto">
          <a:xfrm>
            <a:off x="925032" y="1940404"/>
            <a:ext cx="6496494" cy="1621503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A300E52A-530E-788C-49B7-9EC37EB09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04ECF89C-A3BA-D786-9268-AC9AB061A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4C940C90-2DD9-619A-AA04-E6530984D1FD}"/>
              </a:ext>
            </a:extLst>
          </p:cNvPr>
          <p:cNvSpPr txBox="1"/>
          <p:nvPr/>
        </p:nvSpPr>
        <p:spPr>
          <a:xfrm>
            <a:off x="1073887" y="2035287"/>
            <a:ext cx="6241313" cy="141064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spcBef>
                <a:spcPts val="100"/>
              </a:spcBef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Scrivere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un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data 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stringa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«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stampami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»,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salvata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vettore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100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caratteri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carattere per carattere.</a:t>
            </a:r>
          </a:p>
          <a:p>
            <a:pPr algn="just">
              <a:spcBef>
                <a:spcPts val="1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spcBef>
                <a:spcPts val="1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Suggerimento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usare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funzione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strlen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A4AB5C9-8EC6-951C-D09F-EC0B9D94D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382" y="1940404"/>
            <a:ext cx="4108450" cy="1014412"/>
          </a:xfrm>
          <a:prstGeom prst="rect">
            <a:avLst/>
          </a:prstGeom>
          <a:solidFill>
            <a:srgbClr val="F1F1F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endParaRPr lang="en-US" altLang="en-U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A70BCB78-EA0C-F2CD-A6A4-C789FB02F560}"/>
              </a:ext>
            </a:extLst>
          </p:cNvPr>
          <p:cNvSpPr txBox="1"/>
          <p:nvPr/>
        </p:nvSpPr>
        <p:spPr>
          <a:xfrm>
            <a:off x="7583082" y="1957866"/>
            <a:ext cx="4024313" cy="10509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just" eaLnBrk="1">
              <a:lnSpc>
                <a:spcPct val="103000"/>
              </a:lnSpc>
            </a:pPr>
            <a:r>
              <a:rPr lang="en-US" altLang="en-US" sz="2700" baseline="2000" dirty="0">
                <a:solidFill>
                  <a:srgbClr val="E8E7E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ℹ️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La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funzione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strlen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nella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libreria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string.h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ritorna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lunghezza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stringa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data.</a:t>
            </a:r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3C510387-F4EC-DAE4-93B2-B78DE5643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32" y="3811606"/>
            <a:ext cx="4975225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6" name="object 5" descr="object 5">
            <a:extLst>
              <a:ext uri="{FF2B5EF4-FFF2-40B4-BE49-F238E27FC236}">
                <a16:creationId xmlns:a16="http://schemas.microsoft.com/office/drawing/2014/main" id="{A9EA8C0B-0BD3-4175-503A-D5B59B891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783" y="4595812"/>
            <a:ext cx="49530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7" name="object 7" descr="object 7">
            <a:extLst>
              <a:ext uri="{FF2B5EF4-FFF2-40B4-BE49-F238E27FC236}">
                <a16:creationId xmlns:a16="http://schemas.microsoft.com/office/drawing/2014/main" id="{85568C8A-D892-9DAD-30EB-168C391E9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253" y="3705322"/>
            <a:ext cx="30575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9" name="object 8">
            <a:extLst>
              <a:ext uri="{FF2B5EF4-FFF2-40B4-BE49-F238E27FC236}">
                <a16:creationId xmlns:a16="http://schemas.microsoft.com/office/drawing/2014/main" id="{9C91A9FF-BF9D-87DF-5202-D6F9B8CD85FB}"/>
              </a:ext>
            </a:extLst>
          </p:cNvPr>
          <p:cNvSpPr txBox="1"/>
          <p:nvPr/>
        </p:nvSpPr>
        <p:spPr>
          <a:xfrm rot="5400000">
            <a:off x="8769645" y="4135486"/>
            <a:ext cx="295275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>
              <a:spcBef>
                <a:spcPts val="200"/>
              </a:spcBef>
            </a:pPr>
            <a:r>
              <a:rPr lang="en-US" altLang="en-US" dirty="0">
                <a:solidFill>
                  <a:srgbClr val="7E7E7E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•••</a:t>
            </a:r>
          </a:p>
        </p:txBody>
      </p:sp>
    </p:spTree>
    <p:extLst>
      <p:ext uri="{BB962C8B-B14F-4D97-AF65-F5344CB8AC3E}">
        <p14:creationId xmlns:p14="http://schemas.microsoft.com/office/powerpoint/2010/main" val="1036383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BD49A-8233-A3C4-6F85-0EFEB20D1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5EF1-FC34-58E2-7862-45ED77A4A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20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C6611F22-9F52-6DB9-FEF7-FA7DA44F3FD4}"/>
              </a:ext>
            </a:extLst>
          </p:cNvPr>
          <p:cNvGrpSpPr>
            <a:grpSpLocks/>
          </p:cNvGrpSpPr>
          <p:nvPr/>
        </p:nvGrpSpPr>
        <p:grpSpPr bwMode="auto">
          <a:xfrm>
            <a:off x="241983" y="1940404"/>
            <a:ext cx="7435198" cy="2435653"/>
            <a:chOff x="0" y="0"/>
            <a:chExt cx="5056632" cy="102108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A459F79F-C505-A759-3BDE-9B1FE8D76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27750719-DFC7-F829-CD5D-AD00D349D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056633" cy="1021081"/>
            </a:xfrm>
            <a:prstGeom prst="rect">
              <a:avLst/>
            </a:prstGeom>
            <a:grpFill/>
            <a:ln w="12700">
              <a:solidFill>
                <a:srgbClr val="095662"/>
              </a:solidFill>
              <a:round/>
              <a:headEnd/>
              <a:tailEnd/>
            </a:ln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75024B98-381A-E308-F044-5445BBF529B9}"/>
              </a:ext>
            </a:extLst>
          </p:cNvPr>
          <p:cNvSpPr txBox="1"/>
          <p:nvPr/>
        </p:nvSpPr>
        <p:spPr>
          <a:xfrm>
            <a:off x="390839" y="2035287"/>
            <a:ext cx="6923328" cy="256993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spcBef>
                <a:spcPts val="100"/>
              </a:spcBef>
            </a:pPr>
            <a:r>
              <a:rPr lang="it-IT" kern="0" spc="-10" dirty="0">
                <a:latin typeface="Arial"/>
                <a:ea typeface="Arial"/>
                <a:cs typeface="Arial"/>
                <a:sym typeface="Arial"/>
              </a:rPr>
              <a:t>Scrivere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it-IT" kern="0" spc="-25" dirty="0">
                <a:latin typeface="Arial"/>
                <a:ea typeface="Arial"/>
                <a:cs typeface="Arial"/>
                <a:sym typeface="Arial"/>
              </a:rPr>
              <a:t>un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it-IT" kern="0" spc="-10" dirty="0">
                <a:latin typeface="Arial"/>
                <a:ea typeface="Arial"/>
                <a:cs typeface="Arial"/>
                <a:sym typeface="Arial"/>
              </a:rPr>
              <a:t>programma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it-IT" kern="0" spc="-25" dirty="0">
                <a:latin typeface="Arial"/>
                <a:ea typeface="Arial"/>
                <a:cs typeface="Arial"/>
                <a:sym typeface="Arial"/>
              </a:rPr>
              <a:t>che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it-IT" kern="0" spc="-55" dirty="0">
                <a:latin typeface="Arial"/>
                <a:ea typeface="Arial"/>
                <a:cs typeface="Arial"/>
                <a:sym typeface="Arial"/>
              </a:rPr>
              <a:t>chiede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ripetutamente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numero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 Se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questo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è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pari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stampa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primi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valori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della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sequenza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fibonacci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 Se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invece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n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è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dispari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o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0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il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programma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arresta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 Con:</a:t>
            </a:r>
          </a:p>
          <a:p>
            <a:pPr algn="just">
              <a:spcBef>
                <a:spcPts val="1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spcBef>
                <a:spcPts val="1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spcBef>
                <a:spcPts val="1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indent="12700" eaLnBrk="1" fontAlgn="auto">
              <a:spcBef>
                <a:spcPts val="200"/>
              </a:spcBef>
              <a:spcAft>
                <a:spcPts val="0"/>
              </a:spcAft>
              <a:defRPr spc="-65">
                <a:latin typeface="Arial"/>
                <a:ea typeface="Arial"/>
                <a:cs typeface="Arial"/>
                <a:sym typeface="Arial"/>
              </a:defRPr>
            </a:pPr>
            <a:r>
              <a:rPr lang="it-IT" kern="0" spc="-65" dirty="0">
                <a:latin typeface="Arial"/>
                <a:ea typeface="Arial"/>
                <a:cs typeface="Arial"/>
                <a:sym typeface="Arial"/>
              </a:rPr>
              <a:t>Cosa</a:t>
            </a:r>
            <a:r>
              <a:rPr lang="it-IT" kern="0" spc="34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60" dirty="0">
                <a:latin typeface="Arial"/>
                <a:ea typeface="Arial"/>
                <a:cs typeface="Arial"/>
                <a:sym typeface="Arial"/>
              </a:rPr>
              <a:t>succede</a:t>
            </a:r>
            <a:r>
              <a:rPr lang="it-IT" kern="0" spc="8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10" dirty="0"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it-IT" kern="0" spc="139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b="1" kern="0" dirty="0"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it-IT" b="1" kern="0" spc="-27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è</a:t>
            </a:r>
            <a:r>
              <a:rPr lang="it-IT" kern="0" spc="145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40" dirty="0">
                <a:latin typeface="Arial"/>
                <a:ea typeface="Arial"/>
                <a:cs typeface="Arial"/>
                <a:sym typeface="Arial"/>
              </a:rPr>
              <a:t>negativo?</a:t>
            </a:r>
            <a:r>
              <a:rPr lang="it-IT" kern="0" spc="145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45" dirty="0">
                <a:latin typeface="Arial"/>
                <a:ea typeface="Arial"/>
                <a:cs typeface="Arial"/>
                <a:sym typeface="Arial"/>
              </a:rPr>
              <a:t>Cambia </a:t>
            </a:r>
            <a:r>
              <a:rPr lang="it-IT" kern="0" spc="-85" dirty="0">
                <a:latin typeface="Arial"/>
                <a:ea typeface="Arial"/>
                <a:cs typeface="Arial"/>
                <a:sym typeface="Arial"/>
              </a:rPr>
              <a:t>qualcosa</a:t>
            </a:r>
            <a:r>
              <a:rPr lang="it-IT" kern="0" spc="-4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160" dirty="0"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it-IT" kern="0" spc="-1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è</a:t>
            </a:r>
            <a:r>
              <a:rPr lang="it-IT" kern="0" spc="-9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20" dirty="0">
                <a:latin typeface="Arial"/>
                <a:ea typeface="Arial"/>
                <a:cs typeface="Arial"/>
                <a:sym typeface="Arial"/>
              </a:rPr>
              <a:t>pari</a:t>
            </a:r>
            <a:r>
              <a:rPr lang="it-IT" kern="0" spc="-25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dirty="0"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it-IT" kern="0" spc="-45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kern="0" spc="-10" dirty="0">
                <a:latin typeface="Arial"/>
                <a:ea typeface="Arial"/>
                <a:cs typeface="Arial"/>
                <a:sym typeface="Arial"/>
              </a:rPr>
              <a:t>dispari?</a:t>
            </a:r>
          </a:p>
          <a:p>
            <a:pPr algn="just">
              <a:spcBef>
                <a:spcPts val="1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DE2F4556-8E2D-2EFD-6529-3558111C7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759" y="2863056"/>
            <a:ext cx="3951287" cy="1131888"/>
          </a:xfrm>
          <a:prstGeom prst="rect">
            <a:avLst/>
          </a:prstGeom>
        </p:spPr>
      </p:pic>
      <p:pic>
        <p:nvPicPr>
          <p:cNvPr id="4" name="object 3" descr="object 3">
            <a:extLst>
              <a:ext uri="{FF2B5EF4-FFF2-40B4-BE49-F238E27FC236}">
                <a16:creationId xmlns:a16="http://schemas.microsoft.com/office/drawing/2014/main" id="{8AAF5979-3049-9020-75D0-3F95444D0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937" y="812336"/>
            <a:ext cx="4418012" cy="554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26230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8B120-7A1A-CD74-443F-C84F33F9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EEC3-61C2-C38C-26CC-41991298B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21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6D2F5F2-0943-8C1E-7EC8-0642B230922E}"/>
              </a:ext>
            </a:extLst>
          </p:cNvPr>
          <p:cNvSpPr>
            <a:spLocks/>
          </p:cNvSpPr>
          <p:nvPr/>
        </p:nvSpPr>
        <p:spPr bwMode="auto">
          <a:xfrm>
            <a:off x="492919" y="1735601"/>
            <a:ext cx="611187" cy="611188"/>
          </a:xfrm>
          <a:custGeom>
            <a:avLst/>
            <a:gdLst>
              <a:gd name="T0" fmla="*/ 305563 w 21600"/>
              <a:gd name="T1" fmla="*/ 305563 h 21600"/>
              <a:gd name="T2" fmla="*/ 305563 w 21600"/>
              <a:gd name="T3" fmla="*/ 305563 h 21600"/>
              <a:gd name="T4" fmla="*/ 305563 w 21600"/>
              <a:gd name="T5" fmla="*/ 305563 h 21600"/>
              <a:gd name="T6" fmla="*/ 305563 w 21600"/>
              <a:gd name="T7" fmla="*/ 30556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8" y="141"/>
                </a:lnTo>
                <a:lnTo>
                  <a:pt x="7386" y="550"/>
                </a:lnTo>
                <a:lnTo>
                  <a:pt x="5837" y="1205"/>
                </a:lnTo>
                <a:lnTo>
                  <a:pt x="4422" y="2084"/>
                </a:lnTo>
                <a:lnTo>
                  <a:pt x="3163" y="3163"/>
                </a:lnTo>
                <a:lnTo>
                  <a:pt x="2084" y="4421"/>
                </a:lnTo>
                <a:lnTo>
                  <a:pt x="1205" y="5836"/>
                </a:lnTo>
                <a:lnTo>
                  <a:pt x="551" y="7386"/>
                </a:lnTo>
                <a:lnTo>
                  <a:pt x="141" y="9048"/>
                </a:lnTo>
                <a:lnTo>
                  <a:pt x="0" y="10800"/>
                </a:lnTo>
                <a:lnTo>
                  <a:pt x="141" y="12552"/>
                </a:lnTo>
                <a:lnTo>
                  <a:pt x="551" y="14214"/>
                </a:lnTo>
                <a:lnTo>
                  <a:pt x="1205" y="15764"/>
                </a:lnTo>
                <a:lnTo>
                  <a:pt x="2084" y="17179"/>
                </a:lnTo>
                <a:lnTo>
                  <a:pt x="3163" y="18437"/>
                </a:lnTo>
                <a:lnTo>
                  <a:pt x="4422" y="19516"/>
                </a:lnTo>
                <a:lnTo>
                  <a:pt x="5837" y="20395"/>
                </a:lnTo>
                <a:lnTo>
                  <a:pt x="7386" y="21049"/>
                </a:lnTo>
                <a:lnTo>
                  <a:pt x="9048" y="21459"/>
                </a:lnTo>
                <a:lnTo>
                  <a:pt x="10800" y="21600"/>
                </a:lnTo>
                <a:lnTo>
                  <a:pt x="12552" y="21459"/>
                </a:lnTo>
                <a:lnTo>
                  <a:pt x="14214" y="21049"/>
                </a:lnTo>
                <a:lnTo>
                  <a:pt x="15763" y="20395"/>
                </a:lnTo>
                <a:lnTo>
                  <a:pt x="17178" y="19516"/>
                </a:lnTo>
                <a:lnTo>
                  <a:pt x="18437" y="18437"/>
                </a:lnTo>
                <a:lnTo>
                  <a:pt x="19516" y="17179"/>
                </a:lnTo>
                <a:lnTo>
                  <a:pt x="20394" y="15764"/>
                </a:lnTo>
                <a:lnTo>
                  <a:pt x="21049" y="14214"/>
                </a:lnTo>
                <a:lnTo>
                  <a:pt x="21459" y="12552"/>
                </a:lnTo>
                <a:lnTo>
                  <a:pt x="21600" y="10800"/>
                </a:lnTo>
                <a:lnTo>
                  <a:pt x="21459" y="9048"/>
                </a:lnTo>
                <a:lnTo>
                  <a:pt x="21049" y="7386"/>
                </a:lnTo>
                <a:lnTo>
                  <a:pt x="20394" y="5836"/>
                </a:lnTo>
                <a:lnTo>
                  <a:pt x="19516" y="4421"/>
                </a:lnTo>
                <a:lnTo>
                  <a:pt x="18437" y="3163"/>
                </a:lnTo>
                <a:lnTo>
                  <a:pt x="17178" y="2084"/>
                </a:lnTo>
                <a:lnTo>
                  <a:pt x="15763" y="1205"/>
                </a:lnTo>
                <a:lnTo>
                  <a:pt x="14214" y="550"/>
                </a:lnTo>
                <a:lnTo>
                  <a:pt x="12552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B1AE8E4-5B7E-76DE-E4B0-C3B558FE0B74}"/>
              </a:ext>
            </a:extLst>
          </p:cNvPr>
          <p:cNvSpPr txBox="1"/>
          <p:nvPr/>
        </p:nvSpPr>
        <p:spPr>
          <a:xfrm>
            <a:off x="721519" y="1899114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1</a:t>
            </a: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06DFB86B-5A33-AEC4-B22F-9A18E4817102}"/>
              </a:ext>
            </a:extLst>
          </p:cNvPr>
          <p:cNvGrpSpPr>
            <a:grpSpLocks/>
          </p:cNvGrpSpPr>
          <p:nvPr/>
        </p:nvGrpSpPr>
        <p:grpSpPr bwMode="auto">
          <a:xfrm>
            <a:off x="1399381" y="1735601"/>
            <a:ext cx="3746501" cy="4433889"/>
            <a:chOff x="0" y="0"/>
            <a:chExt cx="3745993" cy="4433935"/>
          </a:xfrm>
        </p:grpSpPr>
        <p:pic>
          <p:nvPicPr>
            <p:cNvPr id="15" name="object 6" descr="object 6">
              <a:extLst>
                <a:ext uri="{FF2B5EF4-FFF2-40B4-BE49-F238E27FC236}">
                  <a16:creationId xmlns:a16="http://schemas.microsoft.com/office/drawing/2014/main" id="{732F0652-4A2E-CD47-B231-105567D643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5816"/>
              <a:ext cx="3110450" cy="4418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19F77906-11A0-BC10-31CB-68F1EA554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4866" y="0"/>
              <a:ext cx="611127" cy="611124"/>
            </a:xfrm>
            <a:custGeom>
              <a:avLst/>
              <a:gdLst>
                <a:gd name="T0" fmla="*/ 305564 w 21600"/>
                <a:gd name="T1" fmla="*/ 305562 h 21600"/>
                <a:gd name="T2" fmla="*/ 305564 w 21600"/>
                <a:gd name="T3" fmla="*/ 305562 h 21600"/>
                <a:gd name="T4" fmla="*/ 305564 w 21600"/>
                <a:gd name="T5" fmla="*/ 305562 h 21600"/>
                <a:gd name="T6" fmla="*/ 305564 w 21600"/>
                <a:gd name="T7" fmla="*/ 305562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9048" y="141"/>
                  </a:lnTo>
                  <a:lnTo>
                    <a:pt x="7386" y="550"/>
                  </a:lnTo>
                  <a:lnTo>
                    <a:pt x="5836" y="1205"/>
                  </a:lnTo>
                  <a:lnTo>
                    <a:pt x="4421" y="2084"/>
                  </a:lnTo>
                  <a:lnTo>
                    <a:pt x="3163" y="3163"/>
                  </a:lnTo>
                  <a:lnTo>
                    <a:pt x="2083" y="4421"/>
                  </a:lnTo>
                  <a:lnTo>
                    <a:pt x="1205" y="5836"/>
                  </a:lnTo>
                  <a:lnTo>
                    <a:pt x="550" y="7386"/>
                  </a:lnTo>
                  <a:lnTo>
                    <a:pt x="141" y="9048"/>
                  </a:lnTo>
                  <a:lnTo>
                    <a:pt x="0" y="10800"/>
                  </a:lnTo>
                  <a:lnTo>
                    <a:pt x="141" y="12552"/>
                  </a:lnTo>
                  <a:lnTo>
                    <a:pt x="550" y="14214"/>
                  </a:lnTo>
                  <a:lnTo>
                    <a:pt x="1205" y="15764"/>
                  </a:lnTo>
                  <a:lnTo>
                    <a:pt x="2083" y="17179"/>
                  </a:lnTo>
                  <a:lnTo>
                    <a:pt x="3163" y="18437"/>
                  </a:lnTo>
                  <a:lnTo>
                    <a:pt x="4421" y="19516"/>
                  </a:lnTo>
                  <a:lnTo>
                    <a:pt x="5836" y="20395"/>
                  </a:lnTo>
                  <a:lnTo>
                    <a:pt x="7386" y="21049"/>
                  </a:lnTo>
                  <a:lnTo>
                    <a:pt x="9048" y="21459"/>
                  </a:lnTo>
                  <a:lnTo>
                    <a:pt x="10800" y="21600"/>
                  </a:lnTo>
                  <a:lnTo>
                    <a:pt x="12552" y="21459"/>
                  </a:lnTo>
                  <a:lnTo>
                    <a:pt x="14214" y="21049"/>
                  </a:lnTo>
                  <a:lnTo>
                    <a:pt x="15764" y="20395"/>
                  </a:lnTo>
                  <a:lnTo>
                    <a:pt x="17179" y="19516"/>
                  </a:lnTo>
                  <a:lnTo>
                    <a:pt x="18437" y="18437"/>
                  </a:lnTo>
                  <a:lnTo>
                    <a:pt x="19516" y="17179"/>
                  </a:lnTo>
                  <a:lnTo>
                    <a:pt x="20395" y="15764"/>
                  </a:lnTo>
                  <a:lnTo>
                    <a:pt x="21049" y="14214"/>
                  </a:lnTo>
                  <a:lnTo>
                    <a:pt x="21459" y="12552"/>
                  </a:lnTo>
                  <a:lnTo>
                    <a:pt x="21600" y="10800"/>
                  </a:lnTo>
                  <a:lnTo>
                    <a:pt x="21459" y="9048"/>
                  </a:lnTo>
                  <a:lnTo>
                    <a:pt x="21049" y="7386"/>
                  </a:lnTo>
                  <a:lnTo>
                    <a:pt x="20395" y="5836"/>
                  </a:lnTo>
                  <a:lnTo>
                    <a:pt x="19516" y="4421"/>
                  </a:lnTo>
                  <a:lnTo>
                    <a:pt x="18437" y="3163"/>
                  </a:lnTo>
                  <a:lnTo>
                    <a:pt x="17179" y="2084"/>
                  </a:lnTo>
                  <a:lnTo>
                    <a:pt x="15764" y="1205"/>
                  </a:lnTo>
                  <a:lnTo>
                    <a:pt x="14214" y="550"/>
                  </a:lnTo>
                  <a:lnTo>
                    <a:pt x="12552" y="141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0D8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</p:grpSp>
      <p:pic>
        <p:nvPicPr>
          <p:cNvPr id="6" name="object 8" descr="object 8">
            <a:extLst>
              <a:ext uri="{FF2B5EF4-FFF2-40B4-BE49-F238E27FC236}">
                <a16:creationId xmlns:a16="http://schemas.microsoft.com/office/drawing/2014/main" id="{8E139E14-2DEC-F303-D704-ACCB1F7E3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794" y="1707026"/>
            <a:ext cx="1985962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7" name="object 9" descr="object 9">
            <a:extLst>
              <a:ext uri="{FF2B5EF4-FFF2-40B4-BE49-F238E27FC236}">
                <a16:creationId xmlns:a16="http://schemas.microsoft.com/office/drawing/2014/main" id="{2F45E034-E65B-5654-8F7A-D90ACC471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831" y="1687976"/>
            <a:ext cx="2381250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9" name="object 10">
            <a:extLst>
              <a:ext uri="{FF2B5EF4-FFF2-40B4-BE49-F238E27FC236}">
                <a16:creationId xmlns:a16="http://schemas.microsoft.com/office/drawing/2014/main" id="{4AF98076-1AAB-0862-2A39-EC91A4E81EE3}"/>
              </a:ext>
            </a:extLst>
          </p:cNvPr>
          <p:cNvSpPr>
            <a:spLocks/>
          </p:cNvSpPr>
          <p:nvPr/>
        </p:nvSpPr>
        <p:spPr bwMode="auto">
          <a:xfrm>
            <a:off x="8370094" y="1735601"/>
            <a:ext cx="609600" cy="611188"/>
          </a:xfrm>
          <a:custGeom>
            <a:avLst/>
            <a:gdLst>
              <a:gd name="T0" fmla="*/ 304801 w 21600"/>
              <a:gd name="T1" fmla="*/ 305563 h 21600"/>
              <a:gd name="T2" fmla="*/ 304801 w 21600"/>
              <a:gd name="T3" fmla="*/ 305563 h 21600"/>
              <a:gd name="T4" fmla="*/ 304801 w 21600"/>
              <a:gd name="T5" fmla="*/ 305563 h 21600"/>
              <a:gd name="T6" fmla="*/ 304801 w 21600"/>
              <a:gd name="T7" fmla="*/ 30556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9049" y="141"/>
                </a:lnTo>
                <a:lnTo>
                  <a:pt x="7387" y="550"/>
                </a:lnTo>
                <a:lnTo>
                  <a:pt x="5838" y="1205"/>
                </a:lnTo>
                <a:lnTo>
                  <a:pt x="4423" y="2084"/>
                </a:lnTo>
                <a:lnTo>
                  <a:pt x="3164" y="3163"/>
                </a:lnTo>
                <a:lnTo>
                  <a:pt x="2084" y="4421"/>
                </a:lnTo>
                <a:lnTo>
                  <a:pt x="1206" y="5836"/>
                </a:lnTo>
                <a:lnTo>
                  <a:pt x="551" y="7386"/>
                </a:lnTo>
                <a:lnTo>
                  <a:pt x="141" y="9048"/>
                </a:lnTo>
                <a:lnTo>
                  <a:pt x="0" y="10800"/>
                </a:lnTo>
                <a:lnTo>
                  <a:pt x="141" y="12552"/>
                </a:lnTo>
                <a:lnTo>
                  <a:pt x="551" y="14214"/>
                </a:lnTo>
                <a:lnTo>
                  <a:pt x="1206" y="15764"/>
                </a:lnTo>
                <a:lnTo>
                  <a:pt x="2084" y="17179"/>
                </a:lnTo>
                <a:lnTo>
                  <a:pt x="3164" y="18437"/>
                </a:lnTo>
                <a:lnTo>
                  <a:pt x="4423" y="19516"/>
                </a:lnTo>
                <a:lnTo>
                  <a:pt x="5838" y="20395"/>
                </a:lnTo>
                <a:lnTo>
                  <a:pt x="7387" y="21049"/>
                </a:lnTo>
                <a:lnTo>
                  <a:pt x="9049" y="21459"/>
                </a:lnTo>
                <a:lnTo>
                  <a:pt x="10800" y="21600"/>
                </a:lnTo>
                <a:lnTo>
                  <a:pt x="12551" y="21459"/>
                </a:lnTo>
                <a:lnTo>
                  <a:pt x="14213" y="21049"/>
                </a:lnTo>
                <a:lnTo>
                  <a:pt x="15762" y="20395"/>
                </a:lnTo>
                <a:lnTo>
                  <a:pt x="17177" y="19516"/>
                </a:lnTo>
                <a:lnTo>
                  <a:pt x="18436" y="18437"/>
                </a:lnTo>
                <a:lnTo>
                  <a:pt x="19516" y="17179"/>
                </a:lnTo>
                <a:lnTo>
                  <a:pt x="20394" y="15764"/>
                </a:lnTo>
                <a:lnTo>
                  <a:pt x="21049" y="14214"/>
                </a:lnTo>
                <a:lnTo>
                  <a:pt x="21459" y="12552"/>
                </a:lnTo>
                <a:lnTo>
                  <a:pt x="21600" y="10800"/>
                </a:lnTo>
                <a:lnTo>
                  <a:pt x="21459" y="9048"/>
                </a:lnTo>
                <a:lnTo>
                  <a:pt x="21049" y="7386"/>
                </a:lnTo>
                <a:lnTo>
                  <a:pt x="20394" y="5836"/>
                </a:lnTo>
                <a:lnTo>
                  <a:pt x="19516" y="4421"/>
                </a:lnTo>
                <a:lnTo>
                  <a:pt x="18436" y="3163"/>
                </a:lnTo>
                <a:lnTo>
                  <a:pt x="17177" y="2084"/>
                </a:lnTo>
                <a:lnTo>
                  <a:pt x="15762" y="1205"/>
                </a:lnTo>
                <a:lnTo>
                  <a:pt x="14213" y="550"/>
                </a:lnTo>
                <a:lnTo>
                  <a:pt x="12551" y="141"/>
                </a:lnTo>
                <a:lnTo>
                  <a:pt x="10800" y="0"/>
                </a:lnTo>
                <a:close/>
              </a:path>
            </a:pathLst>
          </a:custGeom>
          <a:solidFill>
            <a:srgbClr val="0D829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71595B98-BC45-2FD9-B068-70FB469CFE4C}"/>
              </a:ext>
            </a:extLst>
          </p:cNvPr>
          <p:cNvSpPr txBox="1"/>
          <p:nvPr/>
        </p:nvSpPr>
        <p:spPr>
          <a:xfrm>
            <a:off x="8600281" y="1899114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3</a:t>
            </a: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A11F482-B67C-E503-6938-3BDC0CC294FC}"/>
              </a:ext>
            </a:extLst>
          </p:cNvPr>
          <p:cNvSpPr txBox="1"/>
          <p:nvPr/>
        </p:nvSpPr>
        <p:spPr>
          <a:xfrm>
            <a:off x="4764881" y="1899114"/>
            <a:ext cx="152400" cy="2603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9928242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354</TotalTime>
  <Words>2057</Words>
  <Application>Microsoft Office PowerPoint</Application>
  <PresentationFormat>Widescreen</PresentationFormat>
  <Paragraphs>221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Abadi</vt:lpstr>
      <vt:lpstr>Aharoni</vt:lpstr>
      <vt:lpstr>Arial</vt:lpstr>
      <vt:lpstr>Avenir Next LT Pro</vt:lpstr>
      <vt:lpstr>Courier New</vt:lpstr>
      <vt:lpstr>Geneva</vt:lpstr>
      <vt:lpstr>Helvetica</vt:lpstr>
      <vt:lpstr>FadeVTI</vt:lpstr>
      <vt:lpstr>Laboratorio   12-11-2024</vt:lpstr>
      <vt:lpstr>Operatori Condizionali</vt:lpstr>
      <vt:lpstr>Recap (1)</vt:lpstr>
      <vt:lpstr>Recap (2)</vt:lpstr>
      <vt:lpstr>Esercizio 1</vt:lpstr>
      <vt:lpstr>Esercizio 2</vt:lpstr>
      <vt:lpstr>Esercizio 3</vt:lpstr>
      <vt:lpstr>Esercizio 4</vt:lpstr>
      <vt:lpstr>Esercizio 5</vt:lpstr>
      <vt:lpstr>Operatori Condizionali  Esercizi Aggiuntivi</vt:lpstr>
      <vt:lpstr>Esercizio 6</vt:lpstr>
      <vt:lpstr>Esercizio 8</vt:lpstr>
      <vt:lpstr>Operatori Condizionali  Soluzioni</vt:lpstr>
      <vt:lpstr>Esercizio 1 - Soluzioni </vt:lpstr>
      <vt:lpstr>Esercizio 2 - Soluzioni </vt:lpstr>
      <vt:lpstr>Esercizio 3 - Soluzioni </vt:lpstr>
      <vt:lpstr>Esercizio 3 - Soluzioni </vt:lpstr>
      <vt:lpstr>Esercizio 3 - Soluzioni (Challenge)</vt:lpstr>
      <vt:lpstr>Esercizio 4 - Soluzioni </vt:lpstr>
      <vt:lpstr>Esercizio 5 - Soluzioni </vt:lpstr>
      <vt:lpstr>Cicli</vt:lpstr>
      <vt:lpstr>Recap (1)</vt:lpstr>
      <vt:lpstr>Recap (2)</vt:lpstr>
      <vt:lpstr>Esercizio 9</vt:lpstr>
      <vt:lpstr>Esercizio 10</vt:lpstr>
      <vt:lpstr>Esercizio 11</vt:lpstr>
      <vt:lpstr>Esercizio 11 Pro</vt:lpstr>
      <vt:lpstr>Esercizio 12</vt:lpstr>
      <vt:lpstr>Esercizio 13</vt:lpstr>
      <vt:lpstr>Cicli   Esercizi Aggiuntivi</vt:lpstr>
      <vt:lpstr>Esercizio 14</vt:lpstr>
      <vt:lpstr>Cicli   Soluzioni</vt:lpstr>
      <vt:lpstr>Esercizio 9</vt:lpstr>
      <vt:lpstr>Esercizio 10</vt:lpstr>
      <vt:lpstr>Esercizio 11</vt:lpstr>
      <vt:lpstr>Esercizio 12</vt:lpstr>
      <vt:lpstr>Esercizio 13</vt:lpstr>
      <vt:lpstr>Vettori, stringhe e Matrici</vt:lpstr>
      <vt:lpstr>Recap (1)</vt:lpstr>
      <vt:lpstr>Recap (2)</vt:lpstr>
      <vt:lpstr>Esercizio 16</vt:lpstr>
      <vt:lpstr>Esercizio 17</vt:lpstr>
      <vt:lpstr>Esercizio 18</vt:lpstr>
      <vt:lpstr>Esercizio 19</vt:lpstr>
      <vt:lpstr>Esercizio 20</vt:lpstr>
      <vt:lpstr>Esercizio 21</vt:lpstr>
      <vt:lpstr>Vettori, stringhe e Matrici   Esercizi Aggiuntivi</vt:lpstr>
      <vt:lpstr>Esercizio 22</vt:lpstr>
      <vt:lpstr>Vettori, stringhe e Matrici   Soluzioni</vt:lpstr>
      <vt:lpstr>Esercizio 16</vt:lpstr>
      <vt:lpstr>Esercizio 17</vt:lpstr>
      <vt:lpstr>Esercizio 18</vt:lpstr>
      <vt:lpstr>Esercizio 19</vt:lpstr>
      <vt:lpstr>Esercizio 20</vt:lpstr>
      <vt:lpstr>Esercizio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Luciano Cambria</dc:creator>
  <cp:lastModifiedBy>Francesco Luciano Cambria</cp:lastModifiedBy>
  <cp:revision>1</cp:revision>
  <dcterms:created xsi:type="dcterms:W3CDTF">2024-11-11T13:16:18Z</dcterms:created>
  <dcterms:modified xsi:type="dcterms:W3CDTF">2024-11-12T15:11:31Z</dcterms:modified>
</cp:coreProperties>
</file>