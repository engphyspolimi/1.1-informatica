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9" r:id="rId3"/>
    <p:sldId id="260" r:id="rId4"/>
    <p:sldId id="314" r:id="rId5"/>
    <p:sldId id="315" r:id="rId6"/>
    <p:sldId id="266" r:id="rId7"/>
    <p:sldId id="316" r:id="rId8"/>
    <p:sldId id="317" r:id="rId9"/>
    <p:sldId id="318" r:id="rId10"/>
    <p:sldId id="326" r:id="rId11"/>
    <p:sldId id="327" r:id="rId12"/>
    <p:sldId id="328" r:id="rId13"/>
    <p:sldId id="329" r:id="rId14"/>
    <p:sldId id="322" r:id="rId15"/>
    <p:sldId id="323" r:id="rId16"/>
    <p:sldId id="324" r:id="rId17"/>
    <p:sldId id="325" r:id="rId18"/>
    <p:sldId id="330" r:id="rId19"/>
    <p:sldId id="335" r:id="rId20"/>
    <p:sldId id="336" r:id="rId21"/>
    <p:sldId id="337" r:id="rId22"/>
    <p:sldId id="331" r:id="rId23"/>
    <p:sldId id="332" r:id="rId24"/>
    <p:sldId id="333" r:id="rId25"/>
    <p:sldId id="33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B9B1E-62A4-49E8-9CD9-DF75EE1EF724}" v="34" dt="2024-11-30T00:53:15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Luciano Cambria" userId="6da4c536-595c-4daa-839e-23373e7117c6" providerId="ADAL" clId="{5901AB58-6267-49BA-AE6C-8338B4FEFF8F}"/>
    <pc:docChg chg="undo redo custSel addSld delSld modSld sldOrd addMainMaster delMainMaster">
      <pc:chgData name="Francesco Luciano Cambria" userId="6da4c536-595c-4daa-839e-23373e7117c6" providerId="ADAL" clId="{5901AB58-6267-49BA-AE6C-8338B4FEFF8F}" dt="2024-11-11T16:15:03.661" v="1907" actId="1036"/>
      <pc:docMkLst>
        <pc:docMk/>
      </pc:docMkLst>
      <pc:sldChg chg="addSp delSp modSp new mod setBg modClrScheme addAnim delAnim modAnim setClrOvrMap chgLayout">
        <pc:chgData name="Francesco Luciano Cambria" userId="6da4c536-595c-4daa-839e-23373e7117c6" providerId="ADAL" clId="{5901AB58-6267-49BA-AE6C-8338B4FEFF8F}" dt="2024-11-11T13:34:29.020" v="217" actId="1076"/>
        <pc:sldMkLst>
          <pc:docMk/>
          <pc:sldMk cId="854422628" sldId="256"/>
        </pc:sldMkLst>
        <pc:spChg chg="mod">
          <ac:chgData name="Francesco Luciano Cambria" userId="6da4c536-595c-4daa-839e-23373e7117c6" providerId="ADAL" clId="{5901AB58-6267-49BA-AE6C-8338B4FEFF8F}" dt="2024-11-11T13:34:09.433" v="212" actId="14100"/>
          <ac:spMkLst>
            <pc:docMk/>
            <pc:sldMk cId="854422628" sldId="256"/>
            <ac:spMk id="2" creationId="{81C833EC-1C77-F2C8-0B60-995F878CBB4B}"/>
          </ac:spMkLst>
        </pc:spChg>
        <pc:spChg chg="mod ord">
          <ac:chgData name="Francesco Luciano Cambria" userId="6da4c536-595c-4daa-839e-23373e7117c6" providerId="ADAL" clId="{5901AB58-6267-49BA-AE6C-8338B4FEFF8F}" dt="2024-11-11T13:34:29.020" v="217" actId="1076"/>
          <ac:spMkLst>
            <pc:docMk/>
            <pc:sldMk cId="854422628" sldId="256"/>
            <ac:spMk id="3" creationId="{8D75C11B-3E11-4734-96C0-4960DAE60ADE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6" creationId="{8C37C960-91F5-4F61-B2CD-8A037920720B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7" creationId="{A5C31099-1BBD-40CE-BC60-FCE50741940D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8" creationId="{E37BCD97-E1A4-4EBB-8D1C-8CC0B55A64B2}"/>
          </ac:spMkLst>
        </pc:spChg>
        <pc:spChg chg="add del">
          <ac:chgData name="Francesco Luciano Cambria" userId="6da4c536-595c-4daa-839e-23373e7117c6" providerId="ADAL" clId="{5901AB58-6267-49BA-AE6C-8338B4FEFF8F}" dt="2024-11-11T13:25:53.354" v="96" actId="26606"/>
          <ac:spMkLst>
            <pc:docMk/>
            <pc:sldMk cId="854422628" sldId="256"/>
            <ac:spMk id="9" creationId="{4187D111-0A9D-421B-84EB-FC5811C3A931}"/>
          </ac:spMkLst>
        </pc:spChg>
        <pc:spChg chg="add del">
          <ac:chgData name="Francesco Luciano Cambria" userId="6da4c536-595c-4daa-839e-23373e7117c6" providerId="ADAL" clId="{5901AB58-6267-49BA-AE6C-8338B4FEFF8F}" dt="2024-11-11T13:21:07.999" v="76" actId="26606"/>
          <ac:spMkLst>
            <pc:docMk/>
            <pc:sldMk cId="854422628" sldId="256"/>
            <ac:spMk id="12" creationId="{DA0CA737-33FC-47E3-965A-D1C2CAA62894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13" creationId="{EA2846BE-460A-477B-A2F4-52F298BF43EE}"/>
          </ac:spMkLst>
        </pc:spChg>
        <pc:spChg chg="add del">
          <ac:chgData name="Francesco Luciano Cambria" userId="6da4c536-595c-4daa-839e-23373e7117c6" providerId="ADAL" clId="{5901AB58-6267-49BA-AE6C-8338B4FEFF8F}" dt="2024-11-11T13:21:07.999" v="76" actId="26606"/>
          <ac:spMkLst>
            <pc:docMk/>
            <pc:sldMk cId="854422628" sldId="256"/>
            <ac:spMk id="14" creationId="{22189942-24EB-488E-8B69-EB80F7E53E36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15" creationId="{C8401D34-2155-4B53-A686-7345BE15C466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6" creationId="{DC751DA2-9310-4BCD-B76E-31139951AF15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7" creationId="{7DD67062-25A7-42F1-B181-1800797EC776}"/>
          </ac:spMkLst>
        </pc:spChg>
        <pc:spChg chg="add del">
          <ac:chgData name="Francesco Luciano Cambria" userId="6da4c536-595c-4daa-839e-23373e7117c6" providerId="ADAL" clId="{5901AB58-6267-49BA-AE6C-8338B4FEFF8F}" dt="2024-11-11T13:21:15.110" v="78" actId="26606"/>
          <ac:spMkLst>
            <pc:docMk/>
            <pc:sldMk cId="854422628" sldId="256"/>
            <ac:spMk id="19" creationId="{3A76FBC5-74A5-446E-83ED-7A305EE118CC}"/>
          </ac:spMkLst>
        </pc:spChg>
        <pc:spChg chg="add del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20" creationId="{5EDC1F21-AC5B-4D05-9108-5E5D2894884F}"/>
          </ac:spMkLst>
        </pc:spChg>
        <pc:spChg chg="add del">
          <ac:chgData name="Francesco Luciano Cambria" userId="6da4c536-595c-4daa-839e-23373e7117c6" providerId="ADAL" clId="{5901AB58-6267-49BA-AE6C-8338B4FEFF8F}" dt="2024-11-11T13:23:17.937" v="88" actId="26606"/>
          <ac:spMkLst>
            <pc:docMk/>
            <pc:sldMk cId="854422628" sldId="256"/>
            <ac:spMk id="22" creationId="{DA0CA737-33FC-47E3-965A-D1C2CAA62894}"/>
          </ac:spMkLst>
        </pc:spChg>
        <pc:spChg chg="add del">
          <ac:chgData name="Francesco Luciano Cambria" userId="6da4c536-595c-4daa-839e-23373e7117c6" providerId="ADAL" clId="{5901AB58-6267-49BA-AE6C-8338B4FEFF8F}" dt="2024-11-11T13:23:17.937" v="88" actId="26606"/>
          <ac:spMkLst>
            <pc:docMk/>
            <pc:sldMk cId="854422628" sldId="256"/>
            <ac:spMk id="23" creationId="{22189942-24EB-488E-8B69-EB80F7E53E36}"/>
          </ac:spMkLst>
        </pc:spChg>
        <pc:spChg chg="add">
          <ac:chgData name="Francesco Luciano Cambria" userId="6da4c536-595c-4daa-839e-23373e7117c6" providerId="ADAL" clId="{5901AB58-6267-49BA-AE6C-8338B4FEFF8F}" dt="2024-11-11T13:27:56.964" v="111" actId="26606"/>
          <ac:spMkLst>
            <pc:docMk/>
            <pc:sldMk cId="854422628" sldId="256"/>
            <ac:spMk id="29" creationId="{DA9B06D8-F0B8-433D-814C-0A14E9E87025}"/>
          </ac:spMkLst>
        </pc:spChg>
        <pc:spChg chg="add del">
          <ac:chgData name="Francesco Luciano Cambria" userId="6da4c536-595c-4daa-839e-23373e7117c6" providerId="ADAL" clId="{5901AB58-6267-49BA-AE6C-8338B4FEFF8F}" dt="2024-11-11T13:25:53.354" v="96" actId="26606"/>
          <ac:spMkLst>
            <pc:docMk/>
            <pc:sldMk cId="854422628" sldId="256"/>
            <ac:spMk id="44" creationId="{218D3B53-4071-48E8-9CB1-4566DAFA0BAE}"/>
          </ac:spMkLst>
        </pc:spChg>
        <pc:grpChg chg="add del">
          <ac:chgData name="Francesco Luciano Cambria" userId="6da4c536-595c-4daa-839e-23373e7117c6" providerId="ADAL" clId="{5901AB58-6267-49BA-AE6C-8338B4FEFF8F}" dt="2024-11-11T13:25:53.354" v="96" actId="26606"/>
          <ac:grpSpMkLst>
            <pc:docMk/>
            <pc:sldMk cId="854422628" sldId="256"/>
            <ac:grpSpMk id="11" creationId="{CEC7A2BB-E03E-436B-ABA5-3EBC8FB4066D}"/>
          </ac:grpSpMkLst>
        </pc:grpChg>
        <pc:picChg chg="add del mod">
          <ac:chgData name="Francesco Luciano Cambria" userId="6da4c536-595c-4daa-839e-23373e7117c6" providerId="ADAL" clId="{5901AB58-6267-49BA-AE6C-8338B4FEFF8F}" dt="2024-11-11T13:25:53.354" v="96" actId="26606"/>
          <ac:picMkLst>
            <pc:docMk/>
            <pc:sldMk cId="854422628" sldId="256"/>
            <ac:picMk id="4" creationId="{5D5EADDB-F0AE-6F34-694A-CDBD2842D1BF}"/>
          </ac:picMkLst>
        </pc:picChg>
        <pc:picChg chg="add mod ord">
          <ac:chgData name="Francesco Luciano Cambria" userId="6da4c536-595c-4daa-839e-23373e7117c6" providerId="ADAL" clId="{5901AB58-6267-49BA-AE6C-8338B4FEFF8F}" dt="2024-11-11T13:23:17.937" v="88" actId="26606"/>
          <ac:picMkLst>
            <pc:docMk/>
            <pc:sldMk cId="854422628" sldId="256"/>
            <ac:picMk id="5" creationId="{9F1593DF-1ECF-EFF3-81FF-40DE3D4D596C}"/>
          </ac:picMkLst>
        </pc:picChg>
        <pc:picChg chg="add mod">
          <ac:chgData name="Francesco Luciano Cambria" userId="6da4c536-595c-4daa-839e-23373e7117c6" providerId="ADAL" clId="{5901AB58-6267-49BA-AE6C-8338B4FEFF8F}" dt="2024-11-11T13:28:13.849" v="113" actId="1076"/>
          <ac:picMkLst>
            <pc:docMk/>
            <pc:sldMk cId="854422628" sldId="256"/>
            <ac:picMk id="24" creationId="{E0C6EECA-C76F-F032-84BC-1CDA8D20B22C}"/>
          </ac:picMkLst>
        </pc:picChg>
        <pc:cxnChg chg="add del">
          <ac:chgData name="Francesco Luciano Cambria" userId="6da4c536-595c-4daa-839e-23373e7117c6" providerId="ADAL" clId="{5901AB58-6267-49BA-AE6C-8338B4FEFF8F}" dt="2024-11-11T13:21:07.999" v="76" actId="26606"/>
          <ac:cxnSpMkLst>
            <pc:docMk/>
            <pc:sldMk cId="854422628" sldId="256"/>
            <ac:cxnSpMk id="10" creationId="{F3CC58E3-BDF9-495D-9327-85F68058BE32}"/>
          </ac:cxnSpMkLst>
        </pc:cxnChg>
        <pc:cxnChg chg="add del">
          <ac:chgData name="Francesco Luciano Cambria" userId="6da4c536-595c-4daa-839e-23373e7117c6" providerId="ADAL" clId="{5901AB58-6267-49BA-AE6C-8338B4FEFF8F}" dt="2024-11-11T13:21:15.110" v="78" actId="26606"/>
          <ac:cxnSpMkLst>
            <pc:docMk/>
            <pc:sldMk cId="854422628" sldId="256"/>
            <ac:cxnSpMk id="18" creationId="{47D70707-56D7-4FC6-9732-92BF6E16E0A5}"/>
          </ac:cxnSpMkLst>
        </pc:cxnChg>
        <pc:cxnChg chg="add del">
          <ac:chgData name="Francesco Luciano Cambria" userId="6da4c536-595c-4daa-839e-23373e7117c6" providerId="ADAL" clId="{5901AB58-6267-49BA-AE6C-8338B4FEFF8F}" dt="2024-11-11T13:23:17.937" v="88" actId="26606"/>
          <ac:cxnSpMkLst>
            <pc:docMk/>
            <pc:sldMk cId="854422628" sldId="256"/>
            <ac:cxnSpMk id="21" creationId="{F3CC58E3-BDF9-495D-9327-85F68058BE32}"/>
          </ac:cxnSpMkLst>
        </pc:cxnChg>
        <pc:cxnChg chg="add mod">
          <ac:chgData name="Francesco Luciano Cambria" userId="6da4c536-595c-4daa-839e-23373e7117c6" providerId="ADAL" clId="{5901AB58-6267-49BA-AE6C-8338B4FEFF8F}" dt="2024-11-11T13:34:16.322" v="214" actId="14100"/>
          <ac:cxnSpMkLst>
            <pc:docMk/>
            <pc:sldMk cId="854422628" sldId="256"/>
            <ac:cxnSpMk id="51" creationId="{84C4C6AC-0137-63A8-D939-3AD47F6B58F0}"/>
          </ac:cxnSpMkLst>
        </pc:cxnChg>
      </pc:sldChg>
      <pc:sldChg chg="new del">
        <pc:chgData name="Francesco Luciano Cambria" userId="6da4c536-595c-4daa-839e-23373e7117c6" providerId="ADAL" clId="{5901AB58-6267-49BA-AE6C-8338B4FEFF8F}" dt="2024-11-11T13:25:51.695" v="95" actId="680"/>
        <pc:sldMkLst>
          <pc:docMk/>
          <pc:sldMk cId="730467467" sldId="257"/>
        </pc:sldMkLst>
      </pc:sldChg>
      <pc:sldChg chg="addSp delSp modSp new add del mod">
        <pc:chgData name="Francesco Luciano Cambria" userId="6da4c536-595c-4daa-839e-23373e7117c6" providerId="ADAL" clId="{5901AB58-6267-49BA-AE6C-8338B4FEFF8F}" dt="2024-11-11T13:58:59.060" v="519" actId="1076"/>
        <pc:sldMkLst>
          <pc:docMk/>
          <pc:sldMk cId="2633070125" sldId="257"/>
        </pc:sldMkLst>
        <pc:spChg chg="mod">
          <ac:chgData name="Francesco Luciano Cambria" userId="6da4c536-595c-4daa-839e-23373e7117c6" providerId="ADAL" clId="{5901AB58-6267-49BA-AE6C-8338B4FEFF8F}" dt="2024-11-11T13:55:09.671" v="411" actId="1076"/>
          <ac:spMkLst>
            <pc:docMk/>
            <pc:sldMk cId="2633070125" sldId="257"/>
            <ac:spMk id="2" creationId="{4B654BA4-2816-D51D-B3C0-09C565D3E47E}"/>
          </ac:spMkLst>
        </pc:spChg>
        <pc:spChg chg="del">
          <ac:chgData name="Francesco Luciano Cambria" userId="6da4c536-595c-4daa-839e-23373e7117c6" providerId="ADAL" clId="{5901AB58-6267-49BA-AE6C-8338B4FEFF8F}" dt="2024-11-11T13:50:31.400" v="309" actId="478"/>
          <ac:spMkLst>
            <pc:docMk/>
            <pc:sldMk cId="2633070125" sldId="257"/>
            <ac:spMk id="3" creationId="{5D95B21D-097A-C51B-272D-029BF610B412}"/>
          </ac:spMkLst>
        </pc:spChg>
        <pc:spChg chg="add mod">
          <ac:chgData name="Francesco Luciano Cambria" userId="6da4c536-595c-4daa-839e-23373e7117c6" providerId="ADAL" clId="{5901AB58-6267-49BA-AE6C-8338B4FEFF8F}" dt="2024-11-11T13:54:13.003" v="402" actId="14100"/>
          <ac:spMkLst>
            <pc:docMk/>
            <pc:sldMk cId="2633070125" sldId="257"/>
            <ac:spMk id="4" creationId="{A6C97077-640B-4402-47B2-6537A76C4EFB}"/>
          </ac:spMkLst>
        </pc:spChg>
        <pc:spChg chg="mod">
          <ac:chgData name="Francesco Luciano Cambria" userId="6da4c536-595c-4daa-839e-23373e7117c6" providerId="ADAL" clId="{5901AB58-6267-49BA-AE6C-8338B4FEFF8F}" dt="2024-11-11T13:54:58.944" v="409" actId="1076"/>
          <ac:spMkLst>
            <pc:docMk/>
            <pc:sldMk cId="2633070125" sldId="257"/>
            <ac:spMk id="7" creationId="{C9F55E1E-FAF0-8804-01F6-AE8980131923}"/>
          </ac:spMkLst>
        </pc:spChg>
        <pc:spChg chg="add mod">
          <ac:chgData name="Francesco Luciano Cambria" userId="6da4c536-595c-4daa-839e-23373e7117c6" providerId="ADAL" clId="{5901AB58-6267-49BA-AE6C-8338B4FEFF8F}" dt="2024-11-11T13:55:14.693" v="412" actId="14100"/>
          <ac:spMkLst>
            <pc:docMk/>
            <pc:sldMk cId="2633070125" sldId="257"/>
            <ac:spMk id="9" creationId="{86A67B8D-950E-E71D-F367-8B480FAF4A5A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0" creationId="{CF2B24CF-4D85-793D-1CF7-37B14FAAC41F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1" creationId="{C2E86917-5D39-7E97-3415-D8B1E9B80A85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2" creationId="{E0C6F3A3-B9DB-22A3-1E66-DA6CDB615C9E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3" creationId="{361ADB7C-CFE7-5FBF-1F0B-317905657E53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4" creationId="{1D70F165-729C-9346-E0D2-46277FF24AB4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5" creationId="{36D59288-7364-A34E-5E54-34D9604B8F95}"/>
          </ac:spMkLst>
        </pc:spChg>
        <pc:spChg chg="add mod">
          <ac:chgData name="Francesco Luciano Cambria" userId="6da4c536-595c-4daa-839e-23373e7117c6" providerId="ADAL" clId="{5901AB58-6267-49BA-AE6C-8338B4FEFF8F}" dt="2024-11-11T13:52:55.320" v="318"/>
          <ac:spMkLst>
            <pc:docMk/>
            <pc:sldMk cId="2633070125" sldId="257"/>
            <ac:spMk id="16" creationId="{7C12175C-176A-C953-F2E9-B184091BD990}"/>
          </ac:spMkLst>
        </pc:spChg>
        <pc:spChg chg="add mod">
          <ac:chgData name="Francesco Luciano Cambria" userId="6da4c536-595c-4daa-839e-23373e7117c6" providerId="ADAL" clId="{5901AB58-6267-49BA-AE6C-8338B4FEFF8F}" dt="2024-11-11T13:57:51.435" v="494" actId="1036"/>
          <ac:spMkLst>
            <pc:docMk/>
            <pc:sldMk cId="2633070125" sldId="257"/>
            <ac:spMk id="17" creationId="{4B3E1C31-5F72-1839-0244-921A6B39E5CE}"/>
          </ac:spMkLst>
        </pc:spChg>
        <pc:spChg chg="add mod">
          <ac:chgData name="Francesco Luciano Cambria" userId="6da4c536-595c-4daa-839e-23373e7117c6" providerId="ADAL" clId="{5901AB58-6267-49BA-AE6C-8338B4FEFF8F}" dt="2024-11-11T13:58:54.128" v="517" actId="1076"/>
          <ac:spMkLst>
            <pc:docMk/>
            <pc:sldMk cId="2633070125" sldId="257"/>
            <ac:spMk id="18" creationId="{5EAF9712-75B5-3FA0-566B-3E9F2931B851}"/>
          </ac:spMkLst>
        </pc:spChg>
        <pc:spChg chg="add mod">
          <ac:chgData name="Francesco Luciano Cambria" userId="6da4c536-595c-4daa-839e-23373e7117c6" providerId="ADAL" clId="{5901AB58-6267-49BA-AE6C-8338B4FEFF8F}" dt="2024-11-11T13:57:57.959" v="495" actId="1076"/>
          <ac:spMkLst>
            <pc:docMk/>
            <pc:sldMk cId="2633070125" sldId="257"/>
            <ac:spMk id="19" creationId="{95EB01AD-B2EA-40E1-53DE-60F8A6B92624}"/>
          </ac:spMkLst>
        </pc:spChg>
        <pc:spChg chg="add mod">
          <ac:chgData name="Francesco Luciano Cambria" userId="6da4c536-595c-4daa-839e-23373e7117c6" providerId="ADAL" clId="{5901AB58-6267-49BA-AE6C-8338B4FEFF8F}" dt="2024-11-11T13:58:19.867" v="498" actId="122"/>
          <ac:spMkLst>
            <pc:docMk/>
            <pc:sldMk cId="2633070125" sldId="257"/>
            <ac:spMk id="20" creationId="{DDCB5D0E-FB5C-C925-B19F-3328A727CD42}"/>
          </ac:spMkLst>
        </pc:spChg>
        <pc:spChg chg="add mod">
          <ac:chgData name="Francesco Luciano Cambria" userId="6da4c536-595c-4daa-839e-23373e7117c6" providerId="ADAL" clId="{5901AB58-6267-49BA-AE6C-8338B4FEFF8F}" dt="2024-11-11T13:58:35.963" v="512" actId="1076"/>
          <ac:spMkLst>
            <pc:docMk/>
            <pc:sldMk cId="2633070125" sldId="257"/>
            <ac:spMk id="21" creationId="{A21E06E3-6404-04E8-F3F7-783EF14CD11B}"/>
          </ac:spMkLst>
        </pc:spChg>
        <pc:spChg chg="add mod">
          <ac:chgData name="Francesco Luciano Cambria" userId="6da4c536-595c-4daa-839e-23373e7117c6" providerId="ADAL" clId="{5901AB58-6267-49BA-AE6C-8338B4FEFF8F}" dt="2024-11-11T13:58:29.946" v="511" actId="1035"/>
          <ac:spMkLst>
            <pc:docMk/>
            <pc:sldMk cId="2633070125" sldId="257"/>
            <ac:spMk id="22" creationId="{17D462F2-4EA7-9733-7C3D-F641E9738D9A}"/>
          </ac:spMkLst>
        </pc:spChg>
        <pc:spChg chg="add mod">
          <ac:chgData name="Francesco Luciano Cambria" userId="6da4c536-595c-4daa-839e-23373e7117c6" providerId="ADAL" clId="{5901AB58-6267-49BA-AE6C-8338B4FEFF8F}" dt="2024-11-11T13:58:35.963" v="512" actId="1076"/>
          <ac:spMkLst>
            <pc:docMk/>
            <pc:sldMk cId="2633070125" sldId="257"/>
            <ac:spMk id="23" creationId="{D0A5A988-429A-56CB-F19A-DF450963F888}"/>
          </ac:spMkLst>
        </pc:spChg>
        <pc:spChg chg="add mod">
          <ac:chgData name="Francesco Luciano Cambria" userId="6da4c536-595c-4daa-839e-23373e7117c6" providerId="ADAL" clId="{5901AB58-6267-49BA-AE6C-8338B4FEFF8F}" dt="2024-11-11T13:57:37.041" v="481" actId="1076"/>
          <ac:spMkLst>
            <pc:docMk/>
            <pc:sldMk cId="2633070125" sldId="257"/>
            <ac:spMk id="25" creationId="{64530B8D-A1F1-82D6-BB29-5C4E02BC54EF}"/>
          </ac:spMkLst>
        </pc:spChg>
        <pc:grpChg chg="add mod">
          <ac:chgData name="Francesco Luciano Cambria" userId="6da4c536-595c-4daa-839e-23373e7117c6" providerId="ADAL" clId="{5901AB58-6267-49BA-AE6C-8338B4FEFF8F}" dt="2024-11-11T13:54:58.944" v="409" actId="1076"/>
          <ac:grpSpMkLst>
            <pc:docMk/>
            <pc:sldMk cId="2633070125" sldId="257"/>
            <ac:grpSpMk id="5" creationId="{E162E1D4-1A17-520D-798F-2EB4046AE172}"/>
          </ac:grpSpMkLst>
        </pc:grpChg>
        <pc:picChg chg="mod">
          <ac:chgData name="Francesco Luciano Cambria" userId="6da4c536-595c-4daa-839e-23373e7117c6" providerId="ADAL" clId="{5901AB58-6267-49BA-AE6C-8338B4FEFF8F}" dt="2024-11-11T13:54:58.944" v="409" actId="1076"/>
          <ac:picMkLst>
            <pc:docMk/>
            <pc:sldMk cId="2633070125" sldId="257"/>
            <ac:picMk id="6" creationId="{6DFE2A38-4E37-C097-E2C3-91F5279B5757}"/>
          </ac:picMkLst>
        </pc:picChg>
        <pc:picChg chg="add mod">
          <ac:chgData name="Francesco Luciano Cambria" userId="6da4c536-595c-4daa-839e-23373e7117c6" providerId="ADAL" clId="{5901AB58-6267-49BA-AE6C-8338B4FEFF8F}" dt="2024-11-11T13:58:59.060" v="519" actId="1076"/>
          <ac:picMkLst>
            <pc:docMk/>
            <pc:sldMk cId="2633070125" sldId="257"/>
            <ac:picMk id="24" creationId="{6B977F26-972C-F6CF-7602-2F6BCA29847F}"/>
          </ac:picMkLst>
        </pc:picChg>
      </pc:sldChg>
      <pc:sldChg chg="new del">
        <pc:chgData name="Francesco Luciano Cambria" userId="6da4c536-595c-4daa-839e-23373e7117c6" providerId="ADAL" clId="{5901AB58-6267-49BA-AE6C-8338B4FEFF8F}" dt="2024-11-11T13:23:16.682" v="85" actId="680"/>
        <pc:sldMkLst>
          <pc:docMk/>
          <pc:sldMk cId="4184802687" sldId="257"/>
        </pc:sldMkLst>
      </pc:sldChg>
      <pc:sldChg chg="addSp delSp modSp add del mod setBg delDesignElem">
        <pc:chgData name="Francesco Luciano Cambria" userId="6da4c536-595c-4daa-839e-23373e7117c6" providerId="ADAL" clId="{5901AB58-6267-49BA-AE6C-8338B4FEFF8F}" dt="2024-11-11T13:48:10.805" v="275" actId="47"/>
        <pc:sldMkLst>
          <pc:docMk/>
          <pc:sldMk cId="1450187244" sldId="258"/>
        </pc:sldMkLst>
        <pc:spChg chg="del">
          <ac:chgData name="Francesco Luciano Cambria" userId="6da4c536-595c-4daa-839e-23373e7117c6" providerId="ADAL" clId="{5901AB58-6267-49BA-AE6C-8338B4FEFF8F}" dt="2024-11-11T13:41:05.321" v="229" actId="478"/>
          <ac:spMkLst>
            <pc:docMk/>
            <pc:sldMk cId="1450187244" sldId="258"/>
            <ac:spMk id="2" creationId="{A2341D6E-3691-0DC6-0FB9-847E1F346AA0}"/>
          </ac:spMkLst>
        </pc:spChg>
        <pc:spChg chg="del mod">
          <ac:chgData name="Francesco Luciano Cambria" userId="6da4c536-595c-4daa-839e-23373e7117c6" providerId="ADAL" clId="{5901AB58-6267-49BA-AE6C-8338B4FEFF8F}" dt="2024-11-11T13:41:00.052" v="228" actId="478"/>
          <ac:spMkLst>
            <pc:docMk/>
            <pc:sldMk cId="1450187244" sldId="258"/>
            <ac:spMk id="3" creationId="{D6FAE7B3-00E5-A0E7-E8C3-650AD7031A03}"/>
          </ac:spMkLst>
        </pc:spChg>
        <pc:spChg chg="add del mod">
          <ac:chgData name="Francesco Luciano Cambria" userId="6da4c536-595c-4daa-839e-23373e7117c6" providerId="ADAL" clId="{5901AB58-6267-49BA-AE6C-8338B4FEFF8F}" dt="2024-11-11T13:41:08.449" v="230" actId="478"/>
          <ac:spMkLst>
            <pc:docMk/>
            <pc:sldMk cId="1450187244" sldId="258"/>
            <ac:spMk id="5" creationId="{1AD0C4E1-BED5-9AAD-2ECB-168D1A42DA56}"/>
          </ac:spMkLst>
        </pc:spChg>
        <pc:spChg chg="add del mod">
          <ac:chgData name="Francesco Luciano Cambria" userId="6da4c536-595c-4daa-839e-23373e7117c6" providerId="ADAL" clId="{5901AB58-6267-49BA-AE6C-8338B4FEFF8F}" dt="2024-11-11T13:41:38.809" v="231" actId="478"/>
          <ac:spMkLst>
            <pc:docMk/>
            <pc:sldMk cId="1450187244" sldId="258"/>
            <ac:spMk id="7" creationId="{16F0B75D-8F57-6940-1F85-4C5F4AAC1593}"/>
          </ac:spMkLst>
        </pc:spChg>
        <pc:spChg chg="add del mod">
          <ac:chgData name="Francesco Luciano Cambria" userId="6da4c536-595c-4daa-839e-23373e7117c6" providerId="ADAL" clId="{5901AB58-6267-49BA-AE6C-8338B4FEFF8F}" dt="2024-11-11T13:47:06.604" v="241" actId="478"/>
          <ac:spMkLst>
            <pc:docMk/>
            <pc:sldMk cId="1450187244" sldId="258"/>
            <ac:spMk id="8" creationId="{6BDFBD5F-0727-85C9-9639-9AB288ED7DAE}"/>
          </ac:spMkLst>
        </pc:spChg>
        <pc:spChg chg="add del mod ord">
          <ac:chgData name="Francesco Luciano Cambria" userId="6da4c536-595c-4daa-839e-23373e7117c6" providerId="ADAL" clId="{5901AB58-6267-49BA-AE6C-8338B4FEFF8F}" dt="2024-11-11T13:48:05.571" v="271" actId="478"/>
          <ac:spMkLst>
            <pc:docMk/>
            <pc:sldMk cId="1450187244" sldId="258"/>
            <ac:spMk id="9" creationId="{57D9C80D-D5AC-2F52-B015-C840063CCBBC}"/>
          </ac:spMkLst>
        </pc:spChg>
        <pc:spChg chg="del">
          <ac:chgData name="Francesco Luciano Cambria" userId="6da4c536-595c-4daa-839e-23373e7117c6" providerId="ADAL" clId="{5901AB58-6267-49BA-AE6C-8338B4FEFF8F}" dt="2024-11-11T13:39:24.587" v="225"/>
          <ac:spMkLst>
            <pc:docMk/>
            <pc:sldMk cId="1450187244" sldId="258"/>
            <ac:spMk id="29" creationId="{326AA71D-B39A-A699-24DE-C588F1B3A735}"/>
          </ac:spMkLst>
        </pc:spChg>
        <pc:picChg chg="add del mod">
          <ac:chgData name="Francesco Luciano Cambria" userId="6da4c536-595c-4daa-839e-23373e7117c6" providerId="ADAL" clId="{5901AB58-6267-49BA-AE6C-8338B4FEFF8F}" dt="2024-11-11T13:47:04.958" v="240" actId="478"/>
          <ac:picMkLst>
            <pc:docMk/>
            <pc:sldMk cId="1450187244" sldId="258"/>
            <ac:picMk id="10" creationId="{CDD206D2-4D56-092F-C2A1-BD9E4E233F27}"/>
          </ac:picMkLst>
        </pc:picChg>
        <pc:picChg chg="add del mod">
          <ac:chgData name="Francesco Luciano Cambria" userId="6da4c536-595c-4daa-839e-23373e7117c6" providerId="ADAL" clId="{5901AB58-6267-49BA-AE6C-8338B4FEFF8F}" dt="2024-11-11T13:48:07.286" v="272" actId="478"/>
          <ac:picMkLst>
            <pc:docMk/>
            <pc:sldMk cId="1450187244" sldId="258"/>
            <ac:picMk id="11" creationId="{2290D68A-4C44-A4C3-D6A0-001A5B38EF6E}"/>
          </ac:picMkLst>
        </pc:picChg>
        <pc:picChg chg="del">
          <ac:chgData name="Francesco Luciano Cambria" userId="6da4c536-595c-4daa-839e-23373e7117c6" providerId="ADAL" clId="{5901AB58-6267-49BA-AE6C-8338B4FEFF8F}" dt="2024-11-11T13:40:54.985" v="226" actId="478"/>
          <ac:picMkLst>
            <pc:docMk/>
            <pc:sldMk cId="1450187244" sldId="258"/>
            <ac:picMk id="24" creationId="{C44CBDA1-5FAD-B660-6F38-34214DFFBE5D}"/>
          </ac:picMkLst>
        </pc:picChg>
        <pc:cxnChg chg="del">
          <ac:chgData name="Francesco Luciano Cambria" userId="6da4c536-595c-4daa-839e-23373e7117c6" providerId="ADAL" clId="{5901AB58-6267-49BA-AE6C-8338B4FEFF8F}" dt="2024-11-11T13:41:42.009" v="232" actId="478"/>
          <ac:cxnSpMkLst>
            <pc:docMk/>
            <pc:sldMk cId="1450187244" sldId="258"/>
            <ac:cxnSpMk id="51" creationId="{77189116-777C-1C06-E7C2-FE19D44257C1}"/>
          </ac:cxnSpMkLst>
        </pc:cxnChg>
      </pc:sldChg>
      <pc:sldChg chg="addSp delSp modSp add del mod setBg delDesignElem">
        <pc:chgData name="Francesco Luciano Cambria" userId="6da4c536-595c-4daa-839e-23373e7117c6" providerId="ADAL" clId="{5901AB58-6267-49BA-AE6C-8338B4FEFF8F}" dt="2024-11-11T13:48:29.532" v="304" actId="478"/>
        <pc:sldMkLst>
          <pc:docMk/>
          <pc:sldMk cId="4239321616" sldId="259"/>
        </pc:sldMkLst>
        <pc:spChg chg="mod">
          <ac:chgData name="Francesco Luciano Cambria" userId="6da4c536-595c-4daa-839e-23373e7117c6" providerId="ADAL" clId="{5901AB58-6267-49BA-AE6C-8338B4FEFF8F}" dt="2024-11-11T13:48:20.598" v="301" actId="20577"/>
          <ac:spMkLst>
            <pc:docMk/>
            <pc:sldMk cId="4239321616" sldId="259"/>
            <ac:spMk id="2" creationId="{D485547F-92AB-8229-06DF-72D87C00D3FE}"/>
          </ac:spMkLst>
        </pc:spChg>
        <pc:spChg chg="del">
          <ac:chgData name="Francesco Luciano Cambria" userId="6da4c536-595c-4daa-839e-23373e7117c6" providerId="ADAL" clId="{5901AB58-6267-49BA-AE6C-8338B4FEFF8F}" dt="2024-11-11T13:48:26.272" v="303" actId="478"/>
          <ac:spMkLst>
            <pc:docMk/>
            <pc:sldMk cId="4239321616" sldId="259"/>
            <ac:spMk id="3" creationId="{2641D4BF-0673-F8F3-9693-E37298039037}"/>
          </ac:spMkLst>
        </pc:spChg>
        <pc:spChg chg="add del mod">
          <ac:chgData name="Francesco Luciano Cambria" userId="6da4c536-595c-4daa-839e-23373e7117c6" providerId="ADAL" clId="{5901AB58-6267-49BA-AE6C-8338B4FEFF8F}" dt="2024-11-11T13:48:29.532" v="304" actId="478"/>
          <ac:spMkLst>
            <pc:docMk/>
            <pc:sldMk cId="4239321616" sldId="259"/>
            <ac:spMk id="5" creationId="{0A0B5ECE-2399-FB1B-72D3-FF16190AEFAC}"/>
          </ac:spMkLst>
        </pc:spChg>
        <pc:spChg chg="del">
          <ac:chgData name="Francesco Luciano Cambria" userId="6da4c536-595c-4daa-839e-23373e7117c6" providerId="ADAL" clId="{5901AB58-6267-49BA-AE6C-8338B4FEFF8F}" dt="2024-11-11T13:48:09.338" v="274"/>
          <ac:spMkLst>
            <pc:docMk/>
            <pc:sldMk cId="4239321616" sldId="259"/>
            <ac:spMk id="29" creationId="{9B8D12BE-79AE-20D8-743F-8DC8C05512CB}"/>
          </ac:spMkLst>
        </pc:spChg>
        <pc:cxnChg chg="del">
          <ac:chgData name="Francesco Luciano Cambria" userId="6da4c536-595c-4daa-839e-23373e7117c6" providerId="ADAL" clId="{5901AB58-6267-49BA-AE6C-8338B4FEFF8F}" dt="2024-11-11T13:48:23.009" v="302" actId="478"/>
          <ac:cxnSpMkLst>
            <pc:docMk/>
            <pc:sldMk cId="4239321616" sldId="259"/>
            <ac:cxnSpMk id="51" creationId="{37B217D6-9E19-06B0-8F9D-02A03A6A55B9}"/>
          </ac:cxnSpMkLst>
        </pc:cxnChg>
      </pc:sldChg>
      <pc:sldChg chg="addSp delSp modSp add mod">
        <pc:chgData name="Francesco Luciano Cambria" userId="6da4c536-595c-4daa-839e-23373e7117c6" providerId="ADAL" clId="{5901AB58-6267-49BA-AE6C-8338B4FEFF8F}" dt="2024-11-11T14:06:08.071" v="671" actId="207"/>
        <pc:sldMkLst>
          <pc:docMk/>
          <pc:sldMk cId="1728602133" sldId="260"/>
        </pc:sldMkLst>
        <pc:spChg chg="mod">
          <ac:chgData name="Francesco Luciano Cambria" userId="6da4c536-595c-4daa-839e-23373e7117c6" providerId="ADAL" clId="{5901AB58-6267-49BA-AE6C-8338B4FEFF8F}" dt="2024-11-11T14:04:11.056" v="614" actId="20577"/>
          <ac:spMkLst>
            <pc:docMk/>
            <pc:sldMk cId="1728602133" sldId="260"/>
            <ac:spMk id="2" creationId="{C073B9F7-F069-2647-FC48-AC6B26E73D05}"/>
          </ac:spMkLst>
        </pc:spChg>
        <pc:spChg chg="add del mod">
          <ac:chgData name="Francesco Luciano Cambria" userId="6da4c536-595c-4daa-839e-23373e7117c6" providerId="ADAL" clId="{5901AB58-6267-49BA-AE6C-8338B4FEFF8F}" dt="2024-11-11T13:59:44.635" v="534" actId="478"/>
          <ac:spMkLst>
            <pc:docMk/>
            <pc:sldMk cId="1728602133" sldId="260"/>
            <ac:spMk id="3" creationId="{854BB37D-59E4-2017-80FD-238AAB63B625}"/>
          </ac:spMkLst>
        </pc:spChg>
        <pc:spChg chg="del mod">
          <ac:chgData name="Francesco Luciano Cambria" userId="6da4c536-595c-4daa-839e-23373e7117c6" providerId="ADAL" clId="{5901AB58-6267-49BA-AE6C-8338B4FEFF8F}" dt="2024-11-11T13:59:10.590" v="524" actId="478"/>
          <ac:spMkLst>
            <pc:docMk/>
            <pc:sldMk cId="1728602133" sldId="260"/>
            <ac:spMk id="4" creationId="{4A949F88-BBA8-F3A7-A27F-250081EDDA3C}"/>
          </ac:spMkLst>
        </pc:spChg>
        <pc:spChg chg="del">
          <ac:chgData name="Francesco Luciano Cambria" userId="6da4c536-595c-4daa-839e-23373e7117c6" providerId="ADAL" clId="{5901AB58-6267-49BA-AE6C-8338B4FEFF8F}" dt="2024-11-11T13:59:14.502" v="526" actId="478"/>
          <ac:spMkLst>
            <pc:docMk/>
            <pc:sldMk cId="1728602133" sldId="260"/>
            <ac:spMk id="9" creationId="{1F410373-FD10-FB30-24E4-0665968C9633}"/>
          </ac:spMkLst>
        </pc:spChg>
        <pc:spChg chg="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0" creationId="{58C3373A-16C3-7F39-BD03-7423AE4B1003}"/>
          </ac:spMkLst>
        </pc:spChg>
        <pc:spChg chg="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1" creationId="{5E75C233-498E-45EC-C6E4-A7E1B1AE4FAA}"/>
          </ac:spMkLst>
        </pc:spChg>
        <pc:spChg chg="add del mod">
          <ac:chgData name="Francesco Luciano Cambria" userId="6da4c536-595c-4daa-839e-23373e7117c6" providerId="ADAL" clId="{5901AB58-6267-49BA-AE6C-8338B4FEFF8F}" dt="2024-11-11T14:04:55.094" v="637" actId="478"/>
          <ac:spMkLst>
            <pc:docMk/>
            <pc:sldMk cId="1728602133" sldId="260"/>
            <ac:spMk id="12" creationId="{A2DCF0F6-23C3-3F8C-0384-7D18D007E902}"/>
          </ac:spMkLst>
        </pc:spChg>
        <pc:spChg chg="add mod">
          <ac:chgData name="Francesco Luciano Cambria" userId="6da4c536-595c-4daa-839e-23373e7117c6" providerId="ADAL" clId="{5901AB58-6267-49BA-AE6C-8338B4FEFF8F}" dt="2024-11-11T14:05:53.530" v="670" actId="1076"/>
          <ac:spMkLst>
            <pc:docMk/>
            <pc:sldMk cId="1728602133" sldId="260"/>
            <ac:spMk id="13" creationId="{5D6C8D09-8022-1833-CC90-9F2E8E626386}"/>
          </ac:spMkLst>
        </pc:spChg>
        <pc:spChg chg="add del mod">
          <ac:chgData name="Francesco Luciano Cambria" userId="6da4c536-595c-4daa-839e-23373e7117c6" providerId="ADAL" clId="{5901AB58-6267-49BA-AE6C-8338B4FEFF8F}" dt="2024-11-11T14:05:24.021" v="666" actId="478"/>
          <ac:spMkLst>
            <pc:docMk/>
            <pc:sldMk cId="1728602133" sldId="260"/>
            <ac:spMk id="14" creationId="{D26B3D6F-CD1A-E236-22CC-DE3977171134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7" creationId="{A8803FBB-6E4D-7138-1306-B4905555F1D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8" creationId="{5A899F0A-4A5C-4EA4-38B7-C7C5643805D0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19" creationId="{FED47F86-FA2A-4534-9A24-04FA20F11C2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0" creationId="{830630E2-6019-9D8C-717E-5FFA8AF7F898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1" creationId="{8E7411FF-C83A-4D27-10F7-FB001AB6D01E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2" creationId="{3F7AF50A-EC5A-BA81-0AC2-7271F7F4F48D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3" creationId="{FA202D2C-14D6-74DA-178D-2130999C9F07}"/>
          </ac:spMkLst>
        </pc:spChg>
        <pc:spChg chg="del">
          <ac:chgData name="Francesco Luciano Cambria" userId="6da4c536-595c-4daa-839e-23373e7117c6" providerId="ADAL" clId="{5901AB58-6267-49BA-AE6C-8338B4FEFF8F}" dt="2024-11-11T13:59:16.834" v="527" actId="478"/>
          <ac:spMkLst>
            <pc:docMk/>
            <pc:sldMk cId="1728602133" sldId="260"/>
            <ac:spMk id="25" creationId="{D55921A1-F03F-5381-B951-79C5957DD157}"/>
          </ac:spMkLst>
        </pc:spChg>
        <pc:grpChg chg="del">
          <ac:chgData name="Francesco Luciano Cambria" userId="6da4c536-595c-4daa-839e-23373e7117c6" providerId="ADAL" clId="{5901AB58-6267-49BA-AE6C-8338B4FEFF8F}" dt="2024-11-11T13:59:11.817" v="525" actId="478"/>
          <ac:grpSpMkLst>
            <pc:docMk/>
            <pc:sldMk cId="1728602133" sldId="260"/>
            <ac:grpSpMk id="5" creationId="{B9456F74-9B85-5FDE-2F01-B6E8D4A98DBC}"/>
          </ac:grpSpMkLst>
        </pc:grpChg>
        <pc:grpChg chg="add mod">
          <ac:chgData name="Francesco Luciano Cambria" userId="6da4c536-595c-4daa-839e-23373e7117c6" providerId="ADAL" clId="{5901AB58-6267-49BA-AE6C-8338B4FEFF8F}" dt="2024-11-11T14:06:08.071" v="671" actId="207"/>
          <ac:grpSpMkLst>
            <pc:docMk/>
            <pc:sldMk cId="1728602133" sldId="260"/>
            <ac:grpSpMk id="8" creationId="{91468F65-3435-C4A3-C237-5DBC1865C7FE}"/>
          </ac:grpSpMkLst>
        </pc:grpChg>
        <pc:picChg chg="del">
          <ac:chgData name="Francesco Luciano Cambria" userId="6da4c536-595c-4daa-839e-23373e7117c6" providerId="ADAL" clId="{5901AB58-6267-49BA-AE6C-8338B4FEFF8F}" dt="2024-11-11T13:59:18.353" v="528" actId="478"/>
          <ac:picMkLst>
            <pc:docMk/>
            <pc:sldMk cId="1728602133" sldId="260"/>
            <ac:picMk id="24" creationId="{59C317A6-AEC1-D585-FCDB-F02AE834A9B7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03:32.356" v="603" actId="1076"/>
        <pc:sldMkLst>
          <pc:docMk/>
          <pc:sldMk cId="911950576" sldId="261"/>
        </pc:sldMkLst>
        <pc:spChg chg="mod">
          <ac:chgData name="Francesco Luciano Cambria" userId="6da4c536-595c-4daa-839e-23373e7117c6" providerId="ADAL" clId="{5901AB58-6267-49BA-AE6C-8338B4FEFF8F}" dt="2024-11-11T14:00:07.938" v="542" actId="20577"/>
          <ac:spMkLst>
            <pc:docMk/>
            <pc:sldMk cId="911950576" sldId="261"/>
            <ac:spMk id="2" creationId="{EE900BCA-12A6-9B52-7C53-DE7A0FA07ECA}"/>
          </ac:spMkLst>
        </pc:spChg>
        <pc:spChg chg="mod">
          <ac:chgData name="Francesco Luciano Cambria" userId="6da4c536-595c-4daa-839e-23373e7117c6" providerId="ADAL" clId="{5901AB58-6267-49BA-AE6C-8338B4FEFF8F}" dt="2024-11-11T14:01:16.034" v="555" actId="14100"/>
          <ac:spMkLst>
            <pc:docMk/>
            <pc:sldMk cId="911950576" sldId="261"/>
            <ac:spMk id="4" creationId="{97099F14-2E6D-5E65-C606-97D0C8EB254B}"/>
          </ac:spMkLst>
        </pc:spChg>
        <pc:spChg chg="del">
          <ac:chgData name="Francesco Luciano Cambria" userId="6da4c536-595c-4daa-839e-23373e7117c6" providerId="ADAL" clId="{5901AB58-6267-49BA-AE6C-8338B4FEFF8F}" dt="2024-11-11T14:00:13.559" v="544" actId="478"/>
          <ac:spMkLst>
            <pc:docMk/>
            <pc:sldMk cId="911950576" sldId="261"/>
            <ac:spMk id="9" creationId="{85E796B4-81A6-3EB6-71DD-6FA1A4C25956}"/>
          </ac:spMkLst>
        </pc:spChg>
        <pc:spChg chg="add mod">
          <ac:chgData name="Francesco Luciano Cambria" userId="6da4c536-595c-4daa-839e-23373e7117c6" providerId="ADAL" clId="{5901AB58-6267-49BA-AE6C-8338B4FEFF8F}" dt="2024-11-11T14:02:22.578" v="584" actId="20577"/>
          <ac:spMkLst>
            <pc:docMk/>
            <pc:sldMk cId="911950576" sldId="261"/>
            <ac:spMk id="10" creationId="{C6402293-5AFF-2536-0D44-EA5026051EAB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7" creationId="{16D7D6D9-5B3B-17EF-C35B-B10F63E152A0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8" creationId="{9368A00F-EB05-4FB1-5219-445E97CF30BF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19" creationId="{D1D6FA96-38EA-7F10-FFB2-3613F9B41184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0" creationId="{6CF1E317-3F9B-A08F-DA9C-56414A4F67A8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1" creationId="{E028DDF6-9F1F-7C9F-FC66-72BA23B477A5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2" creationId="{57B968F4-E759-B306-E0FE-5D8A8DF8FA8F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3" creationId="{DE1041FA-DF2D-92E2-49B3-CD9D24C42391}"/>
          </ac:spMkLst>
        </pc:spChg>
        <pc:spChg chg="del">
          <ac:chgData name="Francesco Luciano Cambria" userId="6da4c536-595c-4daa-839e-23373e7117c6" providerId="ADAL" clId="{5901AB58-6267-49BA-AE6C-8338B4FEFF8F}" dt="2024-11-11T14:00:15.745" v="545" actId="478"/>
          <ac:spMkLst>
            <pc:docMk/>
            <pc:sldMk cId="911950576" sldId="261"/>
            <ac:spMk id="25" creationId="{F4600A56-4DD6-47FF-6EA2-BED1CDCD1B66}"/>
          </ac:spMkLst>
        </pc:spChg>
        <pc:grpChg chg="del">
          <ac:chgData name="Francesco Luciano Cambria" userId="6da4c536-595c-4daa-839e-23373e7117c6" providerId="ADAL" clId="{5901AB58-6267-49BA-AE6C-8338B4FEFF8F}" dt="2024-11-11T14:00:10.810" v="543" actId="478"/>
          <ac:grpSpMkLst>
            <pc:docMk/>
            <pc:sldMk cId="911950576" sldId="261"/>
            <ac:grpSpMk id="5" creationId="{6E35DB7B-DBAD-D2CC-7820-8609C6793CF6}"/>
          </ac:grpSpMkLst>
        </pc:grpChg>
        <pc:picChg chg="add mod">
          <ac:chgData name="Francesco Luciano Cambria" userId="6da4c536-595c-4daa-839e-23373e7117c6" providerId="ADAL" clId="{5901AB58-6267-49BA-AE6C-8338B4FEFF8F}" dt="2024-11-11T14:01:22.129" v="558" actId="1076"/>
          <ac:picMkLst>
            <pc:docMk/>
            <pc:sldMk cId="911950576" sldId="261"/>
            <ac:picMk id="3" creationId="{4CAD8D1D-2374-32A3-0176-91DE0F65124A}"/>
          </ac:picMkLst>
        </pc:picChg>
        <pc:picChg chg="add mod">
          <ac:chgData name="Francesco Luciano Cambria" userId="6da4c536-595c-4daa-839e-23373e7117c6" providerId="ADAL" clId="{5901AB58-6267-49BA-AE6C-8338B4FEFF8F}" dt="2024-11-11T14:01:24.984" v="559" actId="1076"/>
          <ac:picMkLst>
            <pc:docMk/>
            <pc:sldMk cId="911950576" sldId="261"/>
            <ac:picMk id="8" creationId="{2DE5FD76-F280-8DEE-AB74-D70C6BD34C39}"/>
          </ac:picMkLst>
        </pc:picChg>
        <pc:picChg chg="add del mod">
          <ac:chgData name="Francesco Luciano Cambria" userId="6da4c536-595c-4daa-839e-23373e7117c6" providerId="ADAL" clId="{5901AB58-6267-49BA-AE6C-8338B4FEFF8F}" dt="2024-11-11T14:02:51.207" v="589" actId="478"/>
          <ac:picMkLst>
            <pc:docMk/>
            <pc:sldMk cId="911950576" sldId="261"/>
            <ac:picMk id="11" creationId="{A7FC7858-5700-FE93-57F3-BFBD2A116CDF}"/>
          </ac:picMkLst>
        </pc:picChg>
        <pc:picChg chg="add del mod">
          <ac:chgData name="Francesco Luciano Cambria" userId="6da4c536-595c-4daa-839e-23373e7117c6" providerId="ADAL" clId="{5901AB58-6267-49BA-AE6C-8338B4FEFF8F}" dt="2024-11-11T14:03:14.397" v="597" actId="478"/>
          <ac:picMkLst>
            <pc:docMk/>
            <pc:sldMk cId="911950576" sldId="261"/>
            <ac:picMk id="12" creationId="{CF1DBA6F-F779-A8A0-FD3A-58DE8B3D276A}"/>
          </ac:picMkLst>
        </pc:picChg>
        <pc:picChg chg="add del mod">
          <ac:chgData name="Francesco Luciano Cambria" userId="6da4c536-595c-4daa-839e-23373e7117c6" providerId="ADAL" clId="{5901AB58-6267-49BA-AE6C-8338B4FEFF8F}" dt="2024-11-11T14:03:07.126" v="594" actId="478"/>
          <ac:picMkLst>
            <pc:docMk/>
            <pc:sldMk cId="911950576" sldId="261"/>
            <ac:picMk id="13" creationId="{C2943736-6BC2-3AA0-E2C3-83095B60DC8A}"/>
          </ac:picMkLst>
        </pc:picChg>
        <pc:picChg chg="add del mod">
          <ac:chgData name="Francesco Luciano Cambria" userId="6da4c536-595c-4daa-839e-23373e7117c6" providerId="ADAL" clId="{5901AB58-6267-49BA-AE6C-8338B4FEFF8F}" dt="2024-11-11T14:03:07.126" v="594" actId="478"/>
          <ac:picMkLst>
            <pc:docMk/>
            <pc:sldMk cId="911950576" sldId="261"/>
            <ac:picMk id="14" creationId="{F90DEE58-FB61-68D7-DAD2-1D4F4296B74B}"/>
          </ac:picMkLst>
        </pc:picChg>
        <pc:picChg chg="add mod">
          <ac:chgData name="Francesco Luciano Cambria" userId="6da4c536-595c-4daa-839e-23373e7117c6" providerId="ADAL" clId="{5901AB58-6267-49BA-AE6C-8338B4FEFF8F}" dt="2024-11-11T14:03:21.986" v="599" actId="1076"/>
          <ac:picMkLst>
            <pc:docMk/>
            <pc:sldMk cId="911950576" sldId="261"/>
            <ac:picMk id="15" creationId="{4E66BD02-1CE1-3BB3-1610-364E23CD04C0}"/>
          </ac:picMkLst>
        </pc:picChg>
        <pc:picChg chg="add mod">
          <ac:chgData name="Francesco Luciano Cambria" userId="6da4c536-595c-4daa-839e-23373e7117c6" providerId="ADAL" clId="{5901AB58-6267-49BA-AE6C-8338B4FEFF8F}" dt="2024-11-11T14:03:32.356" v="603" actId="1076"/>
          <ac:picMkLst>
            <pc:docMk/>
            <pc:sldMk cId="911950576" sldId="261"/>
            <ac:picMk id="16" creationId="{1DC39B35-3654-E6BC-48A4-16A142E5D131}"/>
          </ac:picMkLst>
        </pc:picChg>
        <pc:picChg chg="del">
          <ac:chgData name="Francesco Luciano Cambria" userId="6da4c536-595c-4daa-839e-23373e7117c6" providerId="ADAL" clId="{5901AB58-6267-49BA-AE6C-8338B4FEFF8F}" dt="2024-11-11T14:00:58.859" v="549" actId="478"/>
          <ac:picMkLst>
            <pc:docMk/>
            <pc:sldMk cId="911950576" sldId="261"/>
            <ac:picMk id="24" creationId="{AE6D43B9-8B7C-049D-A2DA-F37CA4D5164E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06:57.923" v="681" actId="478"/>
        <pc:sldMkLst>
          <pc:docMk/>
          <pc:sldMk cId="658244640" sldId="262"/>
        </pc:sldMkLst>
        <pc:spChg chg="mod">
          <ac:chgData name="Francesco Luciano Cambria" userId="6da4c536-595c-4daa-839e-23373e7117c6" providerId="ADAL" clId="{5901AB58-6267-49BA-AE6C-8338B4FEFF8F}" dt="2024-11-11T14:06:15.519" v="674" actId="20577"/>
          <ac:spMkLst>
            <pc:docMk/>
            <pc:sldMk cId="658244640" sldId="262"/>
            <ac:spMk id="2" creationId="{6E5E86EC-6844-243C-88AD-783296E1E96D}"/>
          </ac:spMkLst>
        </pc:spChg>
        <pc:spChg chg="mod">
          <ac:chgData name="Francesco Luciano Cambria" userId="6da4c536-595c-4daa-839e-23373e7117c6" providerId="ADAL" clId="{5901AB58-6267-49BA-AE6C-8338B4FEFF8F}" dt="2024-11-11T14:06:39.162" v="676" actId="1076"/>
          <ac:spMkLst>
            <pc:docMk/>
            <pc:sldMk cId="658244640" sldId="262"/>
            <ac:spMk id="4" creationId="{2BA2F230-A4F0-3061-1B32-08B9BF2BC499}"/>
          </ac:spMkLst>
        </pc:spChg>
        <pc:spChg chg="mod">
          <ac:chgData name="Francesco Luciano Cambria" userId="6da4c536-595c-4daa-839e-23373e7117c6" providerId="ADAL" clId="{5901AB58-6267-49BA-AE6C-8338B4FEFF8F}" dt="2024-11-11T14:06:39.162" v="676" actId="1076"/>
          <ac:spMkLst>
            <pc:docMk/>
            <pc:sldMk cId="658244640" sldId="262"/>
            <ac:spMk id="5" creationId="{761CBEA4-0671-F537-7804-982176268793}"/>
          </ac:spMkLst>
        </pc:spChg>
        <pc:spChg chg="add del mod">
          <ac:chgData name="Francesco Luciano Cambria" userId="6da4c536-595c-4daa-839e-23373e7117c6" providerId="ADAL" clId="{5901AB58-6267-49BA-AE6C-8338B4FEFF8F}" dt="2024-11-11T14:06:57.923" v="681" actId="478"/>
          <ac:spMkLst>
            <pc:docMk/>
            <pc:sldMk cId="658244640" sldId="262"/>
            <ac:spMk id="6" creationId="{365CCE71-D339-14EA-1B77-4C520502FCE2}"/>
          </ac:spMkLst>
        </pc:spChg>
        <pc:spChg chg="add del mod">
          <ac:chgData name="Francesco Luciano Cambria" userId="6da4c536-595c-4daa-839e-23373e7117c6" providerId="ADAL" clId="{5901AB58-6267-49BA-AE6C-8338B4FEFF8F}" dt="2024-11-11T14:06:57.923" v="681" actId="478"/>
          <ac:spMkLst>
            <pc:docMk/>
            <pc:sldMk cId="658244640" sldId="262"/>
            <ac:spMk id="7" creationId="{B00E1651-9ABB-259D-6D54-B73A3A96F3F7}"/>
          </ac:spMkLst>
        </pc:spChg>
        <pc:spChg chg="mod">
          <ac:chgData name="Francesco Luciano Cambria" userId="6da4c536-595c-4daa-839e-23373e7117c6" providerId="ADAL" clId="{5901AB58-6267-49BA-AE6C-8338B4FEFF8F}" dt="2024-11-11T14:06:48.475" v="678" actId="14100"/>
          <ac:spMkLst>
            <pc:docMk/>
            <pc:sldMk cId="658244640" sldId="262"/>
            <ac:spMk id="10" creationId="{FB492800-7C1A-B3EE-6772-D7E2B996383F}"/>
          </ac:spMkLst>
        </pc:spChg>
        <pc:spChg chg="mod">
          <ac:chgData name="Francesco Luciano Cambria" userId="6da4c536-595c-4daa-839e-23373e7117c6" providerId="ADAL" clId="{5901AB58-6267-49BA-AE6C-8338B4FEFF8F}" dt="2024-11-11T14:06:48.475" v="678" actId="14100"/>
          <ac:spMkLst>
            <pc:docMk/>
            <pc:sldMk cId="658244640" sldId="262"/>
            <ac:spMk id="11" creationId="{F33DDC53-0ABA-9505-8C0D-18163CB5F135}"/>
          </ac:spMkLst>
        </pc:spChg>
        <pc:spChg chg="mod">
          <ac:chgData name="Francesco Luciano Cambria" userId="6da4c536-595c-4daa-839e-23373e7117c6" providerId="ADAL" clId="{5901AB58-6267-49BA-AE6C-8338B4FEFF8F}" dt="2024-11-11T14:06:53.922" v="680" actId="14100"/>
          <ac:spMkLst>
            <pc:docMk/>
            <pc:sldMk cId="658244640" sldId="262"/>
            <ac:spMk id="13" creationId="{C807F30E-9BDF-1190-0EFF-3CEDE3C6D9F2}"/>
          </ac:spMkLst>
        </pc:spChg>
        <pc:grpChg chg="add del mod">
          <ac:chgData name="Francesco Luciano Cambria" userId="6da4c536-595c-4daa-839e-23373e7117c6" providerId="ADAL" clId="{5901AB58-6267-49BA-AE6C-8338B4FEFF8F}" dt="2024-11-11T14:06:57.923" v="681" actId="478"/>
          <ac:grpSpMkLst>
            <pc:docMk/>
            <pc:sldMk cId="658244640" sldId="262"/>
            <ac:grpSpMk id="3" creationId="{E51B141D-3B86-9865-F223-DD142D550E2D}"/>
          </ac:grpSpMkLst>
        </pc:grpChg>
        <pc:grpChg chg="mod">
          <ac:chgData name="Francesco Luciano Cambria" userId="6da4c536-595c-4daa-839e-23373e7117c6" providerId="ADAL" clId="{5901AB58-6267-49BA-AE6C-8338B4FEFF8F}" dt="2024-11-11T14:06:48.475" v="678" actId="14100"/>
          <ac:grpSpMkLst>
            <pc:docMk/>
            <pc:sldMk cId="658244640" sldId="262"/>
            <ac:grpSpMk id="8" creationId="{9F3F40FA-FB43-EEC2-0CFB-BC323B96FC1A}"/>
          </ac:grpSpMkLst>
        </pc:grpChg>
      </pc:sldChg>
      <pc:sldChg chg="add del">
        <pc:chgData name="Francesco Luciano Cambria" userId="6da4c536-595c-4daa-839e-23373e7117c6" providerId="ADAL" clId="{5901AB58-6267-49BA-AE6C-8338B4FEFF8F}" dt="2024-11-11T13:59:50.082" v="537"/>
        <pc:sldMkLst>
          <pc:docMk/>
          <pc:sldMk cId="1655472976" sldId="262"/>
        </pc:sldMkLst>
      </pc:sldChg>
      <pc:sldChg chg="addSp delSp modSp add mod">
        <pc:chgData name="Francesco Luciano Cambria" userId="6da4c536-595c-4daa-839e-23373e7117c6" providerId="ADAL" clId="{5901AB58-6267-49BA-AE6C-8338B4FEFF8F}" dt="2024-11-11T14:08:02.234" v="695" actId="478"/>
        <pc:sldMkLst>
          <pc:docMk/>
          <pc:sldMk cId="1259984767" sldId="263"/>
        </pc:sldMkLst>
        <pc:spChg chg="mod">
          <ac:chgData name="Francesco Luciano Cambria" userId="6da4c536-595c-4daa-839e-23373e7117c6" providerId="ADAL" clId="{5901AB58-6267-49BA-AE6C-8338B4FEFF8F}" dt="2024-11-11T14:07:03.166" v="684" actId="20577"/>
          <ac:spMkLst>
            <pc:docMk/>
            <pc:sldMk cId="1259984767" sldId="263"/>
            <ac:spMk id="2" creationId="{8E5A37DB-073C-E90D-531D-BB72A0B28302}"/>
          </ac:spMkLst>
        </pc:spChg>
        <pc:spChg chg="mod">
          <ac:chgData name="Francesco Luciano Cambria" userId="6da4c536-595c-4daa-839e-23373e7117c6" providerId="ADAL" clId="{5901AB58-6267-49BA-AE6C-8338B4FEFF8F}" dt="2024-11-11T14:07:31.323" v="687" actId="1076"/>
          <ac:spMkLst>
            <pc:docMk/>
            <pc:sldMk cId="1259984767" sldId="263"/>
            <ac:spMk id="4" creationId="{43752C25-0A34-E261-B595-6AB416DF2BE1}"/>
          </ac:spMkLst>
        </pc:spChg>
        <pc:spChg chg="mod">
          <ac:chgData name="Francesco Luciano Cambria" userId="6da4c536-595c-4daa-839e-23373e7117c6" providerId="ADAL" clId="{5901AB58-6267-49BA-AE6C-8338B4FEFF8F}" dt="2024-11-11T14:07:31.323" v="687" actId="1076"/>
          <ac:spMkLst>
            <pc:docMk/>
            <pc:sldMk cId="1259984767" sldId="263"/>
            <ac:spMk id="5" creationId="{9C67A744-0F83-49B0-77BE-1ACB9FD145F8}"/>
          </ac:spMkLst>
        </pc:spChg>
        <pc:spChg chg="add del mod">
          <ac:chgData name="Francesco Luciano Cambria" userId="6da4c536-595c-4daa-839e-23373e7117c6" providerId="ADAL" clId="{5901AB58-6267-49BA-AE6C-8338B4FEFF8F}" dt="2024-11-11T14:08:02.234" v="695" actId="478"/>
          <ac:spMkLst>
            <pc:docMk/>
            <pc:sldMk cId="1259984767" sldId="263"/>
            <ac:spMk id="6" creationId="{D1A7C741-8537-7FD4-D2C6-F6A099C3EDD7}"/>
          </ac:spMkLst>
        </pc:spChg>
        <pc:spChg chg="add del mod">
          <ac:chgData name="Francesco Luciano Cambria" userId="6da4c536-595c-4daa-839e-23373e7117c6" providerId="ADAL" clId="{5901AB58-6267-49BA-AE6C-8338B4FEFF8F}" dt="2024-11-11T14:08:02.234" v="695" actId="478"/>
          <ac:spMkLst>
            <pc:docMk/>
            <pc:sldMk cId="1259984767" sldId="263"/>
            <ac:spMk id="7" creationId="{EAD1B6AA-C104-3489-27E9-1034075671DF}"/>
          </ac:spMkLst>
        </pc:spChg>
        <pc:spChg chg="mod">
          <ac:chgData name="Francesco Luciano Cambria" userId="6da4c536-595c-4daa-839e-23373e7117c6" providerId="ADAL" clId="{5901AB58-6267-49BA-AE6C-8338B4FEFF8F}" dt="2024-11-11T14:07:58.317" v="694" actId="14100"/>
          <ac:spMkLst>
            <pc:docMk/>
            <pc:sldMk cId="1259984767" sldId="263"/>
            <ac:spMk id="10" creationId="{C4CC4943-D581-1589-CC88-BD44EFC1DCEE}"/>
          </ac:spMkLst>
        </pc:spChg>
        <pc:spChg chg="mod">
          <ac:chgData name="Francesco Luciano Cambria" userId="6da4c536-595c-4daa-839e-23373e7117c6" providerId="ADAL" clId="{5901AB58-6267-49BA-AE6C-8338B4FEFF8F}" dt="2024-11-11T14:07:58.317" v="694" actId="14100"/>
          <ac:spMkLst>
            <pc:docMk/>
            <pc:sldMk cId="1259984767" sldId="263"/>
            <ac:spMk id="11" creationId="{EAF3A6BC-D66D-520E-6A4D-1766F4137DB7}"/>
          </ac:spMkLst>
        </pc:spChg>
        <pc:spChg chg="mod">
          <ac:chgData name="Francesco Luciano Cambria" userId="6da4c536-595c-4daa-839e-23373e7117c6" providerId="ADAL" clId="{5901AB58-6267-49BA-AE6C-8338B4FEFF8F}" dt="2024-11-11T14:07:50.338" v="692" actId="14100"/>
          <ac:spMkLst>
            <pc:docMk/>
            <pc:sldMk cId="1259984767" sldId="263"/>
            <ac:spMk id="13" creationId="{38497B6F-A093-B705-3049-56D86EAA3ECA}"/>
          </ac:spMkLst>
        </pc:spChg>
        <pc:grpChg chg="add del mod">
          <ac:chgData name="Francesco Luciano Cambria" userId="6da4c536-595c-4daa-839e-23373e7117c6" providerId="ADAL" clId="{5901AB58-6267-49BA-AE6C-8338B4FEFF8F}" dt="2024-11-11T14:08:02.234" v="695" actId="478"/>
          <ac:grpSpMkLst>
            <pc:docMk/>
            <pc:sldMk cId="1259984767" sldId="263"/>
            <ac:grpSpMk id="3" creationId="{D0E56526-494F-EFDB-7D70-956F77986AC2}"/>
          </ac:grpSpMkLst>
        </pc:grpChg>
        <pc:grpChg chg="mod">
          <ac:chgData name="Francesco Luciano Cambria" userId="6da4c536-595c-4daa-839e-23373e7117c6" providerId="ADAL" clId="{5901AB58-6267-49BA-AE6C-8338B4FEFF8F}" dt="2024-11-11T14:07:58.317" v="694" actId="14100"/>
          <ac:grpSpMkLst>
            <pc:docMk/>
            <pc:sldMk cId="1259984767" sldId="263"/>
            <ac:grpSpMk id="8" creationId="{39463A31-9756-2531-947F-20269D547CC3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08:47.114" v="706" actId="478"/>
        <pc:sldMkLst>
          <pc:docMk/>
          <pc:sldMk cId="361006179" sldId="264"/>
        </pc:sldMkLst>
        <pc:spChg chg="mod">
          <ac:chgData name="Francesco Luciano Cambria" userId="6da4c536-595c-4daa-839e-23373e7117c6" providerId="ADAL" clId="{5901AB58-6267-49BA-AE6C-8338B4FEFF8F}" dt="2024-11-11T14:08:26.612" v="700" actId="20577"/>
          <ac:spMkLst>
            <pc:docMk/>
            <pc:sldMk cId="361006179" sldId="264"/>
            <ac:spMk id="2" creationId="{91AAC3C4-0B0A-6BD1-76A6-12DCC5E80467}"/>
          </ac:spMkLst>
        </pc:spChg>
        <pc:spChg chg="mod">
          <ac:chgData name="Francesco Luciano Cambria" userId="6da4c536-595c-4daa-839e-23373e7117c6" providerId="ADAL" clId="{5901AB58-6267-49BA-AE6C-8338B4FEFF8F}" dt="2024-11-11T14:08:29.951" v="701" actId="1076"/>
          <ac:spMkLst>
            <pc:docMk/>
            <pc:sldMk cId="361006179" sldId="264"/>
            <ac:spMk id="4" creationId="{CB86C8C5-70BC-2BB3-D173-6FDFB07B2DE4}"/>
          </ac:spMkLst>
        </pc:spChg>
        <pc:spChg chg="mod">
          <ac:chgData name="Francesco Luciano Cambria" userId="6da4c536-595c-4daa-839e-23373e7117c6" providerId="ADAL" clId="{5901AB58-6267-49BA-AE6C-8338B4FEFF8F}" dt="2024-11-11T14:08:29.951" v="701" actId="1076"/>
          <ac:spMkLst>
            <pc:docMk/>
            <pc:sldMk cId="361006179" sldId="264"/>
            <ac:spMk id="5" creationId="{8752250D-9143-E5E8-86F7-2804C9820491}"/>
          </ac:spMkLst>
        </pc:spChg>
        <pc:spChg chg="add del mod">
          <ac:chgData name="Francesco Luciano Cambria" userId="6da4c536-595c-4daa-839e-23373e7117c6" providerId="ADAL" clId="{5901AB58-6267-49BA-AE6C-8338B4FEFF8F}" dt="2024-11-11T14:08:47.114" v="706" actId="478"/>
          <ac:spMkLst>
            <pc:docMk/>
            <pc:sldMk cId="361006179" sldId="264"/>
            <ac:spMk id="6" creationId="{17EAB416-3920-567D-E081-009F6D849898}"/>
          </ac:spMkLst>
        </pc:spChg>
        <pc:spChg chg="add del mod">
          <ac:chgData name="Francesco Luciano Cambria" userId="6da4c536-595c-4daa-839e-23373e7117c6" providerId="ADAL" clId="{5901AB58-6267-49BA-AE6C-8338B4FEFF8F}" dt="2024-11-11T14:08:47.114" v="706" actId="478"/>
          <ac:spMkLst>
            <pc:docMk/>
            <pc:sldMk cId="361006179" sldId="264"/>
            <ac:spMk id="7" creationId="{EE9DF9A9-D2FB-EAC5-1728-F804C899A8A2}"/>
          </ac:spMkLst>
        </pc:spChg>
        <pc:spChg chg="mod">
          <ac:chgData name="Francesco Luciano Cambria" userId="6da4c536-595c-4daa-839e-23373e7117c6" providerId="ADAL" clId="{5901AB58-6267-49BA-AE6C-8338B4FEFF8F}" dt="2024-11-11T14:08:44.900" v="705" actId="14100"/>
          <ac:spMkLst>
            <pc:docMk/>
            <pc:sldMk cId="361006179" sldId="264"/>
            <ac:spMk id="10" creationId="{E48D7C62-1474-2467-AEEE-56539D40E023}"/>
          </ac:spMkLst>
        </pc:spChg>
        <pc:spChg chg="mod">
          <ac:chgData name="Francesco Luciano Cambria" userId="6da4c536-595c-4daa-839e-23373e7117c6" providerId="ADAL" clId="{5901AB58-6267-49BA-AE6C-8338B4FEFF8F}" dt="2024-11-11T14:08:44.900" v="705" actId="14100"/>
          <ac:spMkLst>
            <pc:docMk/>
            <pc:sldMk cId="361006179" sldId="264"/>
            <ac:spMk id="11" creationId="{59B30ECF-D956-0670-B65C-922DEA66E9C2}"/>
          </ac:spMkLst>
        </pc:spChg>
        <pc:spChg chg="mod">
          <ac:chgData name="Francesco Luciano Cambria" userId="6da4c536-595c-4daa-839e-23373e7117c6" providerId="ADAL" clId="{5901AB58-6267-49BA-AE6C-8338B4FEFF8F}" dt="2024-11-11T14:08:37.663" v="703" actId="14100"/>
          <ac:spMkLst>
            <pc:docMk/>
            <pc:sldMk cId="361006179" sldId="264"/>
            <ac:spMk id="13" creationId="{A8919C86-52C8-BC32-5DB6-4B3D7FED0BA2}"/>
          </ac:spMkLst>
        </pc:spChg>
        <pc:grpChg chg="add del mod">
          <ac:chgData name="Francesco Luciano Cambria" userId="6da4c536-595c-4daa-839e-23373e7117c6" providerId="ADAL" clId="{5901AB58-6267-49BA-AE6C-8338B4FEFF8F}" dt="2024-11-11T14:08:47.114" v="706" actId="478"/>
          <ac:grpSpMkLst>
            <pc:docMk/>
            <pc:sldMk cId="361006179" sldId="264"/>
            <ac:grpSpMk id="3" creationId="{D627FE98-1FD7-1F7A-EA9B-833C0CEB9B8C}"/>
          </ac:grpSpMkLst>
        </pc:grpChg>
        <pc:grpChg chg="mod">
          <ac:chgData name="Francesco Luciano Cambria" userId="6da4c536-595c-4daa-839e-23373e7117c6" providerId="ADAL" clId="{5901AB58-6267-49BA-AE6C-8338B4FEFF8F}" dt="2024-11-11T14:08:44.900" v="705" actId="14100"/>
          <ac:grpSpMkLst>
            <pc:docMk/>
            <pc:sldMk cId="361006179" sldId="264"/>
            <ac:grpSpMk id="8" creationId="{2F04DB7B-80EF-A52F-9A6A-9372F9DCD2F1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10:23.216" v="722" actId="478"/>
        <pc:sldMkLst>
          <pc:docMk/>
          <pc:sldMk cId="202080137" sldId="265"/>
        </pc:sldMkLst>
        <pc:spChg chg="mod">
          <ac:chgData name="Francesco Luciano Cambria" userId="6da4c536-595c-4daa-839e-23373e7117c6" providerId="ADAL" clId="{5901AB58-6267-49BA-AE6C-8338B4FEFF8F}" dt="2024-11-11T14:09:34.253" v="711" actId="20577"/>
          <ac:spMkLst>
            <pc:docMk/>
            <pc:sldMk cId="202080137" sldId="265"/>
            <ac:spMk id="2" creationId="{447418AE-0FC1-D9B9-32CB-B19CF1969EB5}"/>
          </ac:spMkLst>
        </pc:spChg>
        <pc:spChg chg="mod">
          <ac:chgData name="Francesco Luciano Cambria" userId="6da4c536-595c-4daa-839e-23373e7117c6" providerId="ADAL" clId="{5901AB58-6267-49BA-AE6C-8338B4FEFF8F}" dt="2024-11-11T14:09:32.427" v="709" actId="1076"/>
          <ac:spMkLst>
            <pc:docMk/>
            <pc:sldMk cId="202080137" sldId="265"/>
            <ac:spMk id="4" creationId="{1DEF5913-F30E-C162-661B-DF3F978136B0}"/>
          </ac:spMkLst>
        </pc:spChg>
        <pc:spChg chg="mod">
          <ac:chgData name="Francesco Luciano Cambria" userId="6da4c536-595c-4daa-839e-23373e7117c6" providerId="ADAL" clId="{5901AB58-6267-49BA-AE6C-8338B4FEFF8F}" dt="2024-11-11T14:09:32.427" v="709" actId="1076"/>
          <ac:spMkLst>
            <pc:docMk/>
            <pc:sldMk cId="202080137" sldId="265"/>
            <ac:spMk id="5" creationId="{496E2B07-D840-78DA-3240-D0E5E749414D}"/>
          </ac:spMkLst>
        </pc:spChg>
        <pc:spChg chg="add del mod">
          <ac:chgData name="Francesco Luciano Cambria" userId="6da4c536-595c-4daa-839e-23373e7117c6" providerId="ADAL" clId="{5901AB58-6267-49BA-AE6C-8338B4FEFF8F}" dt="2024-11-11T14:10:20.353" v="721" actId="478"/>
          <ac:spMkLst>
            <pc:docMk/>
            <pc:sldMk cId="202080137" sldId="265"/>
            <ac:spMk id="6" creationId="{9BF026A3-7F06-DB79-2577-FEF608DAC502}"/>
          </ac:spMkLst>
        </pc:spChg>
        <pc:spChg chg="add del mod">
          <ac:chgData name="Francesco Luciano Cambria" userId="6da4c536-595c-4daa-839e-23373e7117c6" providerId="ADAL" clId="{5901AB58-6267-49BA-AE6C-8338B4FEFF8F}" dt="2024-11-11T14:10:23.216" v="722" actId="478"/>
          <ac:spMkLst>
            <pc:docMk/>
            <pc:sldMk cId="202080137" sldId="265"/>
            <ac:spMk id="7" creationId="{E6F99F2D-D116-6E41-D730-CF60EB8F4001}"/>
          </ac:spMkLst>
        </pc:spChg>
        <pc:spChg chg="mod">
          <ac:chgData name="Francesco Luciano Cambria" userId="6da4c536-595c-4daa-839e-23373e7117c6" providerId="ADAL" clId="{5901AB58-6267-49BA-AE6C-8338B4FEFF8F}" dt="2024-11-11T14:10:15.433" v="718" actId="14100"/>
          <ac:spMkLst>
            <pc:docMk/>
            <pc:sldMk cId="202080137" sldId="265"/>
            <ac:spMk id="10" creationId="{9170FF37-D487-C5CB-0EED-EC070AA3F5BD}"/>
          </ac:spMkLst>
        </pc:spChg>
        <pc:spChg chg="mod">
          <ac:chgData name="Francesco Luciano Cambria" userId="6da4c536-595c-4daa-839e-23373e7117c6" providerId="ADAL" clId="{5901AB58-6267-49BA-AE6C-8338B4FEFF8F}" dt="2024-11-11T14:10:15.433" v="718" actId="14100"/>
          <ac:spMkLst>
            <pc:docMk/>
            <pc:sldMk cId="202080137" sldId="265"/>
            <ac:spMk id="11" creationId="{2100969D-55B1-C0D9-4A14-F5A843B896F7}"/>
          </ac:spMkLst>
        </pc:spChg>
        <pc:spChg chg="mod">
          <ac:chgData name="Francesco Luciano Cambria" userId="6da4c536-595c-4daa-839e-23373e7117c6" providerId="ADAL" clId="{5901AB58-6267-49BA-AE6C-8338B4FEFF8F}" dt="2024-11-11T14:10:11.369" v="717" actId="14100"/>
          <ac:spMkLst>
            <pc:docMk/>
            <pc:sldMk cId="202080137" sldId="265"/>
            <ac:spMk id="13" creationId="{9C266C7B-E088-7699-E534-86FF6E0F38AD}"/>
          </ac:spMkLst>
        </pc:spChg>
        <pc:grpChg chg="add del mod">
          <ac:chgData name="Francesco Luciano Cambria" userId="6da4c536-595c-4daa-839e-23373e7117c6" providerId="ADAL" clId="{5901AB58-6267-49BA-AE6C-8338B4FEFF8F}" dt="2024-11-11T14:10:17.169" v="719" actId="478"/>
          <ac:grpSpMkLst>
            <pc:docMk/>
            <pc:sldMk cId="202080137" sldId="265"/>
            <ac:grpSpMk id="3" creationId="{8600BFCC-27C1-7CD9-0FBC-E2D17FBD099F}"/>
          </ac:grpSpMkLst>
        </pc:grpChg>
        <pc:grpChg chg="mod">
          <ac:chgData name="Francesco Luciano Cambria" userId="6da4c536-595c-4daa-839e-23373e7117c6" providerId="ADAL" clId="{5901AB58-6267-49BA-AE6C-8338B4FEFF8F}" dt="2024-11-11T14:10:15.433" v="718" actId="14100"/>
          <ac:grpSpMkLst>
            <pc:docMk/>
            <pc:sldMk cId="202080137" sldId="265"/>
            <ac:grpSpMk id="8" creationId="{71E216AA-89C7-502D-377C-C69AD5BBDEDB}"/>
          </ac:grpSpMkLst>
        </pc:grpChg>
      </pc:sldChg>
      <pc:sldChg chg="addSp delSp modSp add mod">
        <pc:chgData name="Francesco Luciano Cambria" userId="6da4c536-595c-4daa-839e-23373e7117c6" providerId="ADAL" clId="{5901AB58-6267-49BA-AE6C-8338B4FEFF8F}" dt="2024-11-11T14:17:02.682" v="938" actId="478"/>
        <pc:sldMkLst>
          <pc:docMk/>
          <pc:sldMk cId="3390301106" sldId="266"/>
        </pc:sldMkLst>
        <pc:spChg chg="mod">
          <ac:chgData name="Francesco Luciano Cambria" userId="6da4c536-595c-4daa-839e-23373e7117c6" providerId="ADAL" clId="{5901AB58-6267-49BA-AE6C-8338B4FEFF8F}" dt="2024-11-11T14:16:51.936" v="935" actId="1076"/>
          <ac:spMkLst>
            <pc:docMk/>
            <pc:sldMk cId="3390301106" sldId="266"/>
            <ac:spMk id="2" creationId="{2786E16E-E63F-99F8-83CA-7CA2A0EDB2D2}"/>
          </ac:spMkLst>
        </pc:spChg>
        <pc:cxnChg chg="add mod">
          <ac:chgData name="Francesco Luciano Cambria" userId="6da4c536-595c-4daa-839e-23373e7117c6" providerId="ADAL" clId="{5901AB58-6267-49BA-AE6C-8338B4FEFF8F}" dt="2024-11-11T14:16:59.808" v="936" actId="1076"/>
          <ac:cxnSpMkLst>
            <pc:docMk/>
            <pc:sldMk cId="3390301106" sldId="266"/>
            <ac:cxnSpMk id="3" creationId="{008A1979-18B2-B450-58D3-E3C2E25AA664}"/>
          </ac:cxnSpMkLst>
        </pc:cxnChg>
        <pc:cxnChg chg="add del mod">
          <ac:chgData name="Francesco Luciano Cambria" userId="6da4c536-595c-4daa-839e-23373e7117c6" providerId="ADAL" clId="{5901AB58-6267-49BA-AE6C-8338B4FEFF8F}" dt="2024-11-11T14:17:02.682" v="938" actId="478"/>
          <ac:cxnSpMkLst>
            <pc:docMk/>
            <pc:sldMk cId="3390301106" sldId="266"/>
            <ac:cxnSpMk id="4" creationId="{A46F8D87-1D50-1B5D-8DD8-B3A2E39F523E}"/>
          </ac:cxnSpMkLst>
        </pc:cxnChg>
      </pc:sldChg>
      <pc:sldChg chg="addSp modSp add mod">
        <pc:chgData name="Francesco Luciano Cambria" userId="6da4c536-595c-4daa-839e-23373e7117c6" providerId="ADAL" clId="{5901AB58-6267-49BA-AE6C-8338B4FEFF8F}" dt="2024-11-11T14:12:19.626" v="786" actId="1076"/>
        <pc:sldMkLst>
          <pc:docMk/>
          <pc:sldMk cId="3124967101" sldId="267"/>
        </pc:sldMkLst>
        <pc:spChg chg="mod">
          <ac:chgData name="Francesco Luciano Cambria" userId="6da4c536-595c-4daa-839e-23373e7117c6" providerId="ADAL" clId="{5901AB58-6267-49BA-AE6C-8338B4FEFF8F}" dt="2024-11-11T14:12:07.551" v="784" actId="20577"/>
          <ac:spMkLst>
            <pc:docMk/>
            <pc:sldMk cId="3124967101" sldId="267"/>
            <ac:spMk id="2" creationId="{501FAA75-B210-D2E5-F810-2719ED530CF8}"/>
          </ac:spMkLst>
        </pc:spChg>
        <pc:picChg chg="add mod">
          <ac:chgData name="Francesco Luciano Cambria" userId="6da4c536-595c-4daa-839e-23373e7117c6" providerId="ADAL" clId="{5901AB58-6267-49BA-AE6C-8338B4FEFF8F}" dt="2024-11-11T14:12:19.626" v="786" actId="1076"/>
          <ac:picMkLst>
            <pc:docMk/>
            <pc:sldMk cId="3124967101" sldId="267"/>
            <ac:picMk id="3" creationId="{C09BAB90-5B4C-059F-E72F-F0FE51823A0A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4:13:01.074" v="797" actId="1076"/>
        <pc:sldMkLst>
          <pc:docMk/>
          <pc:sldMk cId="2399024796" sldId="268"/>
        </pc:sldMkLst>
        <pc:spChg chg="mod">
          <ac:chgData name="Francesco Luciano Cambria" userId="6da4c536-595c-4daa-839e-23373e7117c6" providerId="ADAL" clId="{5901AB58-6267-49BA-AE6C-8338B4FEFF8F}" dt="2024-11-11T14:12:28.144" v="788"/>
          <ac:spMkLst>
            <pc:docMk/>
            <pc:sldMk cId="2399024796" sldId="268"/>
            <ac:spMk id="2" creationId="{164E4904-013F-E379-2608-74627F0CA6E3}"/>
          </ac:spMkLst>
        </pc:spChg>
        <pc:picChg chg="add mod">
          <ac:chgData name="Francesco Luciano Cambria" userId="6da4c536-595c-4daa-839e-23373e7117c6" providerId="ADAL" clId="{5901AB58-6267-49BA-AE6C-8338B4FEFF8F}" dt="2024-11-11T14:13:01.074" v="797" actId="1076"/>
          <ac:picMkLst>
            <pc:docMk/>
            <pc:sldMk cId="2399024796" sldId="268"/>
            <ac:picMk id="3" creationId="{4E1408FE-B554-4FB2-750D-D91BD0DF53CF}"/>
          </ac:picMkLst>
        </pc:picChg>
      </pc:sldChg>
      <pc:sldChg chg="addSp delSp modSp add mod ord">
        <pc:chgData name="Francesco Luciano Cambria" userId="6da4c536-595c-4daa-839e-23373e7117c6" providerId="ADAL" clId="{5901AB58-6267-49BA-AE6C-8338B4FEFF8F}" dt="2024-11-11T14:38:20.281" v="1102"/>
        <pc:sldMkLst>
          <pc:docMk/>
          <pc:sldMk cId="1041692595" sldId="269"/>
        </pc:sldMkLst>
        <pc:spChg chg="mod">
          <ac:chgData name="Francesco Luciano Cambria" userId="6da4c536-595c-4daa-839e-23373e7117c6" providerId="ADAL" clId="{5901AB58-6267-49BA-AE6C-8338B4FEFF8F}" dt="2024-11-11T14:12:31.333" v="790"/>
          <ac:spMkLst>
            <pc:docMk/>
            <pc:sldMk cId="1041692595" sldId="269"/>
            <ac:spMk id="2" creationId="{2C7AB591-4607-8250-FA7D-E06809C38E32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5" creationId="{9F140A4B-C010-4C97-8BE8-ACE688C823D4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6" creationId="{50F12FBB-CBD2-42F7-E451-D37C05AF849D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7" creationId="{C08994B5-F1B2-21B0-6A55-770A9880C601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9" creationId="{6C238E15-159B-9980-F9B9-535A10A82EE0}"/>
          </ac:spMkLst>
        </pc:spChg>
        <pc:spChg chg="del">
          <ac:chgData name="Francesco Luciano Cambria" userId="6da4c536-595c-4daa-839e-23373e7117c6" providerId="ADAL" clId="{5901AB58-6267-49BA-AE6C-8338B4FEFF8F}" dt="2024-11-11T14:13:30.515" v="799" actId="478"/>
          <ac:spMkLst>
            <pc:docMk/>
            <pc:sldMk cId="1041692595" sldId="269"/>
            <ac:spMk id="13" creationId="{CCF8616D-0E89-D387-11C3-95767C25116C}"/>
          </ac:spMkLst>
        </pc:spChg>
        <pc:spChg chg="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4" creationId="{F5EB5807-613B-CDF7-B74E-F7E0DA8F3D73}"/>
          </ac:spMkLst>
        </pc:spChg>
        <pc:spChg chg="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5" creationId="{40DA8A9E-C041-5B53-FB87-01BAFD4DFA47}"/>
          </ac:spMkLst>
        </pc:spChg>
        <pc:spChg chg="add mod">
          <ac:chgData name="Francesco Luciano Cambria" userId="6da4c536-595c-4daa-839e-23373e7117c6" providerId="ADAL" clId="{5901AB58-6267-49BA-AE6C-8338B4FEFF8F}" dt="2024-11-11T14:13:44.978" v="821" actId="1035"/>
          <ac:spMkLst>
            <pc:docMk/>
            <pc:sldMk cId="1041692595" sldId="269"/>
            <ac:spMk id="16" creationId="{B606A671-CC52-5FB3-4A1F-EFAA8B5B0E5B}"/>
          </ac:spMkLst>
        </pc:spChg>
        <pc:grpChg chg="del">
          <ac:chgData name="Francesco Luciano Cambria" userId="6da4c536-595c-4daa-839e-23373e7117c6" providerId="ADAL" clId="{5901AB58-6267-49BA-AE6C-8338B4FEFF8F}" dt="2024-11-11T14:13:28.748" v="798" actId="478"/>
          <ac:grpSpMkLst>
            <pc:docMk/>
            <pc:sldMk cId="1041692595" sldId="269"/>
            <ac:grpSpMk id="8" creationId="{629E2115-4F90-F94B-FC13-7E3140F303DC}"/>
          </ac:grpSpMkLst>
        </pc:grpChg>
        <pc:grpChg chg="add mod">
          <ac:chgData name="Francesco Luciano Cambria" userId="6da4c536-595c-4daa-839e-23373e7117c6" providerId="ADAL" clId="{5901AB58-6267-49BA-AE6C-8338B4FEFF8F}" dt="2024-11-11T14:13:44.978" v="821" actId="1035"/>
          <ac:grpSpMkLst>
            <pc:docMk/>
            <pc:sldMk cId="1041692595" sldId="269"/>
            <ac:grpSpMk id="12" creationId="{94ACC636-D88F-4C47-CDFF-FAA76A8ADD0F}"/>
          </ac:grpSpMkLst>
        </pc:grpChg>
        <pc:picChg chg="add mod">
          <ac:chgData name="Francesco Luciano Cambria" userId="6da4c536-595c-4daa-839e-23373e7117c6" providerId="ADAL" clId="{5901AB58-6267-49BA-AE6C-8338B4FEFF8F}" dt="2024-11-11T14:13:44.978" v="821" actId="1035"/>
          <ac:picMkLst>
            <pc:docMk/>
            <pc:sldMk cId="1041692595" sldId="269"/>
            <ac:picMk id="3" creationId="{6E185658-7B23-52C6-8CB3-A5CE4AE56FB4}"/>
          </ac:picMkLst>
        </pc:picChg>
        <pc:picChg chg="add mod">
          <ac:chgData name="Francesco Luciano Cambria" userId="6da4c536-595c-4daa-839e-23373e7117c6" providerId="ADAL" clId="{5901AB58-6267-49BA-AE6C-8338B4FEFF8F}" dt="2024-11-11T14:13:44.978" v="821" actId="1035"/>
          <ac:picMkLst>
            <pc:docMk/>
            <pc:sldMk cId="1041692595" sldId="269"/>
            <ac:picMk id="4" creationId="{3C886143-42BE-979A-1DC7-C5F3E6B92834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15:31.694" v="918" actId="1076"/>
        <pc:sldMkLst>
          <pc:docMk/>
          <pc:sldMk cId="1431564680" sldId="270"/>
        </pc:sldMkLst>
        <pc:spChg chg="mod">
          <ac:chgData name="Francesco Luciano Cambria" userId="6da4c536-595c-4daa-839e-23373e7117c6" providerId="ADAL" clId="{5901AB58-6267-49BA-AE6C-8338B4FEFF8F}" dt="2024-11-11T14:12:35.421" v="792"/>
          <ac:spMkLst>
            <pc:docMk/>
            <pc:sldMk cId="1431564680" sldId="270"/>
            <ac:spMk id="2" creationId="{9AEB02B0-AA02-F5B6-35AE-6AB4F7F7C68E}"/>
          </ac:spMkLst>
        </pc:spChg>
        <pc:spChg chg="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5" creationId="{79F472B8-1C3A-3EE9-1B83-06091CE21EA8}"/>
          </ac:spMkLst>
        </pc:spChg>
        <pc:spChg chg="add 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6" creationId="{E2B95A7D-F41B-6218-E65D-1ABE7E65C1E5}"/>
          </ac:spMkLst>
        </pc:spChg>
        <pc:spChg chg="add mod">
          <ac:chgData name="Francesco Luciano Cambria" userId="6da4c536-595c-4daa-839e-23373e7117c6" providerId="ADAL" clId="{5901AB58-6267-49BA-AE6C-8338B4FEFF8F}" dt="2024-11-11T14:15:03.696" v="860" actId="1036"/>
          <ac:spMkLst>
            <pc:docMk/>
            <pc:sldMk cId="1431564680" sldId="270"/>
            <ac:spMk id="7" creationId="{EBD189B0-7CC7-57D9-4F0E-F803112846A1}"/>
          </ac:spMkLst>
        </pc:spChg>
        <pc:spChg chg="del">
          <ac:chgData name="Francesco Luciano Cambria" userId="6da4c536-595c-4daa-839e-23373e7117c6" providerId="ADAL" clId="{5901AB58-6267-49BA-AE6C-8338B4FEFF8F}" dt="2024-11-11T14:14:53.255" v="842" actId="478"/>
          <ac:spMkLst>
            <pc:docMk/>
            <pc:sldMk cId="1431564680" sldId="270"/>
            <ac:spMk id="13" creationId="{7BE24543-9303-6F2E-BB9B-9FAC0AFFF627}"/>
          </ac:spMkLst>
        </pc:spChg>
        <pc:spChg chg="add mod">
          <ac:chgData name="Francesco Luciano Cambria" userId="6da4c536-595c-4daa-839e-23373e7117c6" providerId="ADAL" clId="{5901AB58-6267-49BA-AE6C-8338B4FEFF8F}" dt="2024-11-11T14:15:29.057" v="917" actId="1036"/>
          <ac:spMkLst>
            <pc:docMk/>
            <pc:sldMk cId="1431564680" sldId="270"/>
            <ac:spMk id="14" creationId="{F58D56BD-26AB-E45E-2C95-BFDA6CA17EDF}"/>
          </ac:spMkLst>
        </pc:spChg>
        <pc:spChg chg="add mod">
          <ac:chgData name="Francesco Luciano Cambria" userId="6da4c536-595c-4daa-839e-23373e7117c6" providerId="ADAL" clId="{5901AB58-6267-49BA-AE6C-8338B4FEFF8F}" dt="2024-11-11T14:15:29.057" v="917" actId="1036"/>
          <ac:spMkLst>
            <pc:docMk/>
            <pc:sldMk cId="1431564680" sldId="270"/>
            <ac:spMk id="15" creationId="{59DD24EB-E377-76C6-D181-49CCD34923B9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6" creationId="{A4566017-6F09-BCD6-BBEF-6F9087AAD7D7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7" creationId="{7C982AEB-3134-60C3-CFE6-89E6027BA108}"/>
          </ac:spMkLst>
        </pc:spChg>
        <pc:spChg chg="add mod">
          <ac:chgData name="Francesco Luciano Cambria" userId="6da4c536-595c-4daa-839e-23373e7117c6" providerId="ADAL" clId="{5901AB58-6267-49BA-AE6C-8338B4FEFF8F}" dt="2024-11-11T14:15:14.592" v="888" actId="1036"/>
          <ac:spMkLst>
            <pc:docMk/>
            <pc:sldMk cId="1431564680" sldId="270"/>
            <ac:spMk id="18" creationId="{95E074B4-3E6A-3EA9-7025-16F322AE1014}"/>
          </ac:spMkLst>
        </pc:spChg>
        <pc:grpChg chg="add mod">
          <ac:chgData name="Francesco Luciano Cambria" userId="6da4c536-595c-4daa-839e-23373e7117c6" providerId="ADAL" clId="{5901AB58-6267-49BA-AE6C-8338B4FEFF8F}" dt="2024-11-11T14:15:03.696" v="860" actId="1036"/>
          <ac:grpSpMkLst>
            <pc:docMk/>
            <pc:sldMk cId="1431564680" sldId="270"/>
            <ac:grpSpMk id="3" creationId="{C9BC9E5E-F23E-B038-EB82-B3334EEA6E33}"/>
          </ac:grpSpMkLst>
        </pc:grpChg>
        <pc:grpChg chg="del">
          <ac:chgData name="Francesco Luciano Cambria" userId="6da4c536-595c-4daa-839e-23373e7117c6" providerId="ADAL" clId="{5901AB58-6267-49BA-AE6C-8338B4FEFF8F}" dt="2024-11-11T14:14:50.318" v="841" actId="478"/>
          <ac:grpSpMkLst>
            <pc:docMk/>
            <pc:sldMk cId="1431564680" sldId="270"/>
            <ac:grpSpMk id="8" creationId="{A83F6881-4AF6-DB8F-CA5D-4F91D841E252}"/>
          </ac:grpSpMkLst>
        </pc:grpChg>
        <pc:picChg chg="mod">
          <ac:chgData name="Francesco Luciano Cambria" userId="6da4c536-595c-4daa-839e-23373e7117c6" providerId="ADAL" clId="{5901AB58-6267-49BA-AE6C-8338B4FEFF8F}" dt="2024-11-11T14:15:03.696" v="860" actId="1036"/>
          <ac:picMkLst>
            <pc:docMk/>
            <pc:sldMk cId="1431564680" sldId="270"/>
            <ac:picMk id="4" creationId="{FA83B0D4-11C6-1E85-17A6-C88F44A5E559}"/>
          </ac:picMkLst>
        </pc:picChg>
        <pc:picChg chg="add mod">
          <ac:chgData name="Francesco Luciano Cambria" userId="6da4c536-595c-4daa-839e-23373e7117c6" providerId="ADAL" clId="{5901AB58-6267-49BA-AE6C-8338B4FEFF8F}" dt="2024-11-11T14:15:31.694" v="918" actId="1076"/>
          <ac:picMkLst>
            <pc:docMk/>
            <pc:sldMk cId="1431564680" sldId="270"/>
            <ac:picMk id="9" creationId="{6A785913-A2E7-2A7B-299D-9D98B729999D}"/>
          </ac:picMkLst>
        </pc:picChg>
        <pc:picChg chg="add mod">
          <ac:chgData name="Francesco Luciano Cambria" userId="6da4c536-595c-4daa-839e-23373e7117c6" providerId="ADAL" clId="{5901AB58-6267-49BA-AE6C-8338B4FEFF8F}" dt="2024-11-11T14:15:21.639" v="890" actId="1076"/>
          <ac:picMkLst>
            <pc:docMk/>
            <pc:sldMk cId="1431564680" sldId="270"/>
            <ac:picMk id="12" creationId="{A6A9539D-3818-FA71-99A8-53BFFFAA6A97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4:16:06.916" v="922" actId="1076"/>
        <pc:sldMkLst>
          <pc:docMk/>
          <pc:sldMk cId="1558675247" sldId="271"/>
        </pc:sldMkLst>
        <pc:spChg chg="mod">
          <ac:chgData name="Francesco Luciano Cambria" userId="6da4c536-595c-4daa-839e-23373e7117c6" providerId="ADAL" clId="{5901AB58-6267-49BA-AE6C-8338B4FEFF8F}" dt="2024-11-11T14:12:39.667" v="794"/>
          <ac:spMkLst>
            <pc:docMk/>
            <pc:sldMk cId="1558675247" sldId="271"/>
            <ac:spMk id="2" creationId="{5A0BC4C0-ABBA-0FC9-2CE3-336C52F38B07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5" creationId="{D3457DEF-2327-322B-A6AB-9C298102A062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6" creationId="{D27C0E0F-9838-38F9-BBC8-15F62D168A19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7" creationId="{1755CC48-AAB5-A110-DBB8-27AD2242EA1A}"/>
          </ac:spMkLst>
        </pc:spChg>
        <pc:spChg chg="add mod">
          <ac:chgData name="Francesco Luciano Cambria" userId="6da4c536-595c-4daa-839e-23373e7117c6" providerId="ADAL" clId="{5901AB58-6267-49BA-AE6C-8338B4FEFF8F}" dt="2024-11-11T14:16:06.916" v="922" actId="1076"/>
          <ac:spMkLst>
            <pc:docMk/>
            <pc:sldMk cId="1558675247" sldId="271"/>
            <ac:spMk id="9" creationId="{948A36AA-0650-047A-AE86-78EED95F5B88}"/>
          </ac:spMkLst>
        </pc:spChg>
        <pc:spChg chg="del">
          <ac:chgData name="Francesco Luciano Cambria" userId="6da4c536-595c-4daa-839e-23373e7117c6" providerId="ADAL" clId="{5901AB58-6267-49BA-AE6C-8338B4FEFF8F}" dt="2024-11-11T14:15:42.035" v="920" actId="478"/>
          <ac:spMkLst>
            <pc:docMk/>
            <pc:sldMk cId="1558675247" sldId="271"/>
            <ac:spMk id="13" creationId="{92FADD50-7CCE-43BC-FFAD-E624FE5ADDFE}"/>
          </ac:spMkLst>
        </pc:spChg>
        <pc:grpChg chg="del">
          <ac:chgData name="Francesco Luciano Cambria" userId="6da4c536-595c-4daa-839e-23373e7117c6" providerId="ADAL" clId="{5901AB58-6267-49BA-AE6C-8338B4FEFF8F}" dt="2024-11-11T14:15:38.796" v="919" actId="478"/>
          <ac:grpSpMkLst>
            <pc:docMk/>
            <pc:sldMk cId="1558675247" sldId="271"/>
            <ac:grpSpMk id="8" creationId="{24253EAE-3FFB-0892-D9D0-9CB263D7D2A0}"/>
          </ac:grpSpMkLst>
        </pc:grpChg>
        <pc:picChg chg="add mod">
          <ac:chgData name="Francesco Luciano Cambria" userId="6da4c536-595c-4daa-839e-23373e7117c6" providerId="ADAL" clId="{5901AB58-6267-49BA-AE6C-8338B4FEFF8F}" dt="2024-11-11T14:16:06.916" v="922" actId="1076"/>
          <ac:picMkLst>
            <pc:docMk/>
            <pc:sldMk cId="1558675247" sldId="271"/>
            <ac:picMk id="3" creationId="{9E718556-67FD-7C22-67F2-2922A8024190}"/>
          </ac:picMkLst>
        </pc:picChg>
        <pc:picChg chg="add mod">
          <ac:chgData name="Francesco Luciano Cambria" userId="6da4c536-595c-4daa-839e-23373e7117c6" providerId="ADAL" clId="{5901AB58-6267-49BA-AE6C-8338B4FEFF8F}" dt="2024-11-11T14:16:06.916" v="922" actId="1076"/>
          <ac:picMkLst>
            <pc:docMk/>
            <pc:sldMk cId="1558675247" sldId="271"/>
            <ac:picMk id="4" creationId="{F9207587-EC3C-E425-1EDF-53D70CE1BB07}"/>
          </ac:picMkLst>
        </pc:picChg>
      </pc:sldChg>
      <pc:sldChg chg="add">
        <pc:chgData name="Francesco Luciano Cambria" userId="6da4c536-595c-4daa-839e-23373e7117c6" providerId="ADAL" clId="{5901AB58-6267-49BA-AE6C-8338B4FEFF8F}" dt="2024-11-11T14:13:50.122" v="822"/>
        <pc:sldMkLst>
          <pc:docMk/>
          <pc:sldMk cId="1393084394" sldId="272"/>
        </pc:sldMkLst>
      </pc:sldChg>
      <pc:sldChg chg="addSp delSp modSp add mod">
        <pc:chgData name="Francesco Luciano Cambria" userId="6da4c536-595c-4daa-839e-23373e7117c6" providerId="ADAL" clId="{5901AB58-6267-49BA-AE6C-8338B4FEFF8F}" dt="2024-11-11T14:14:24.740" v="840" actId="27636"/>
        <pc:sldMkLst>
          <pc:docMk/>
          <pc:sldMk cId="454196828" sldId="273"/>
        </pc:sldMkLst>
        <pc:spChg chg="mod">
          <ac:chgData name="Francesco Luciano Cambria" userId="6da4c536-595c-4daa-839e-23373e7117c6" providerId="ADAL" clId="{5901AB58-6267-49BA-AE6C-8338B4FEFF8F}" dt="2024-11-11T14:14:24.740" v="840" actId="27636"/>
          <ac:spMkLst>
            <pc:docMk/>
            <pc:sldMk cId="454196828" sldId="273"/>
            <ac:spMk id="2" creationId="{10FF581A-D8A7-7E00-FE7D-1D5A47203082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5" creationId="{95A14EE1-E8B2-219A-3EEA-017A64EAAD8E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6" creationId="{F152B1CE-07EB-6189-0573-A4898805ED62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7" creationId="{F937C8E2-FBD8-1A8C-D6F6-CF20333DC653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9" creationId="{FFBDAA0A-A212-57AB-0384-142F3FF965CF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0" creationId="{FD739AA6-1732-F8FE-D58A-7166331CD0A1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1" creationId="{E16D8B1C-ADE8-0A2D-3D10-7478D2225CBB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3" creationId="{AC6C251F-5C6E-52EB-5A65-202C08BBE7EF}"/>
          </ac:spMkLst>
        </pc:spChg>
        <pc:spChg chg="del">
          <ac:chgData name="Francesco Luciano Cambria" userId="6da4c536-595c-4daa-839e-23373e7117c6" providerId="ADAL" clId="{5901AB58-6267-49BA-AE6C-8338B4FEFF8F}" dt="2024-11-11T14:14:13.436" v="824" actId="478"/>
          <ac:spMkLst>
            <pc:docMk/>
            <pc:sldMk cId="454196828" sldId="273"/>
            <ac:spMk id="16" creationId="{3726CBE9-6435-1549-364C-46DD5690CE3A}"/>
          </ac:spMkLst>
        </pc:spChg>
        <pc:spChg chg="add 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17" creationId="{2AB16F17-B92C-5BFC-07B3-9F85B2637844}"/>
          </ac:spMkLst>
        </pc:spChg>
        <pc:spChg chg="mod">
          <ac:chgData name="Francesco Luciano Cambria" userId="6da4c536-595c-4daa-839e-23373e7117c6" providerId="ADAL" clId="{5901AB58-6267-49BA-AE6C-8338B4FEFF8F}" dt="2024-11-11T14:14:18.402" v="826" actId="1076"/>
          <ac:spMkLst>
            <pc:docMk/>
            <pc:sldMk cId="454196828" sldId="273"/>
            <ac:spMk id="21" creationId="{E462A94A-26C7-E44A-F5C4-8E52D9FBF425}"/>
          </ac:spMkLst>
        </pc:spChg>
        <pc:grpChg chg="del">
          <ac:chgData name="Francesco Luciano Cambria" userId="6da4c536-595c-4daa-839e-23373e7117c6" providerId="ADAL" clId="{5901AB58-6267-49BA-AE6C-8338B4FEFF8F}" dt="2024-11-11T14:14:13.436" v="824" actId="478"/>
          <ac:grpSpMkLst>
            <pc:docMk/>
            <pc:sldMk cId="454196828" sldId="273"/>
            <ac:grpSpMk id="12" creationId="{BD802F4D-FAA9-84CC-31B1-8DBB298D188F}"/>
          </ac:grpSpMkLst>
        </pc:grpChg>
        <pc:grpChg chg="add mod">
          <ac:chgData name="Francesco Luciano Cambria" userId="6da4c536-595c-4daa-839e-23373e7117c6" providerId="ADAL" clId="{5901AB58-6267-49BA-AE6C-8338B4FEFF8F}" dt="2024-11-11T14:14:18.402" v="826" actId="1076"/>
          <ac:grpSpMkLst>
            <pc:docMk/>
            <pc:sldMk cId="454196828" sldId="273"/>
            <ac:grpSpMk id="18" creationId="{33ABBF68-1BB8-70D8-0C1B-A28F21186CBE}"/>
          </ac:grpSpMkLst>
        </pc:grpChg>
        <pc:picChg chg="del">
          <ac:chgData name="Francesco Luciano Cambria" userId="6da4c536-595c-4daa-839e-23373e7117c6" providerId="ADAL" clId="{5901AB58-6267-49BA-AE6C-8338B4FEFF8F}" dt="2024-11-11T14:14:13.436" v="824" actId="478"/>
          <ac:picMkLst>
            <pc:docMk/>
            <pc:sldMk cId="454196828" sldId="273"/>
            <ac:picMk id="3" creationId="{B8A9FA69-6587-8416-8999-8581DF541D98}"/>
          </ac:picMkLst>
        </pc:picChg>
        <pc:picChg chg="del">
          <ac:chgData name="Francesco Luciano Cambria" userId="6da4c536-595c-4daa-839e-23373e7117c6" providerId="ADAL" clId="{5901AB58-6267-49BA-AE6C-8338B4FEFF8F}" dt="2024-11-11T14:14:13.436" v="824" actId="478"/>
          <ac:picMkLst>
            <pc:docMk/>
            <pc:sldMk cId="454196828" sldId="273"/>
            <ac:picMk id="4" creationId="{90BEAE9C-3ED7-4432-1A95-9F42025B40A9}"/>
          </ac:picMkLst>
        </pc:picChg>
        <pc:picChg chg="add 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8" creationId="{F428F269-3BA7-F019-595F-4589001A14E1}"/>
          </ac:picMkLst>
        </pc:picChg>
        <pc:picChg chg="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19" creationId="{B5654997-2804-41B6-63A4-5D4FF933C87D}"/>
          </ac:picMkLst>
        </pc:picChg>
        <pc:picChg chg="mod">
          <ac:chgData name="Francesco Luciano Cambria" userId="6da4c536-595c-4daa-839e-23373e7117c6" providerId="ADAL" clId="{5901AB58-6267-49BA-AE6C-8338B4FEFF8F}" dt="2024-11-11T14:14:18.402" v="826" actId="1076"/>
          <ac:picMkLst>
            <pc:docMk/>
            <pc:sldMk cId="454196828" sldId="273"/>
            <ac:picMk id="20" creationId="{F816579E-B8E2-F6F6-8A89-6FF423EFB1FF}"/>
          </ac:picMkLst>
        </pc:picChg>
      </pc:sldChg>
      <pc:sldChg chg="modSp add mod ord">
        <pc:chgData name="Francesco Luciano Cambria" userId="6da4c536-595c-4daa-839e-23373e7117c6" providerId="ADAL" clId="{5901AB58-6267-49BA-AE6C-8338B4FEFF8F}" dt="2024-11-11T14:17:33.762" v="969"/>
        <pc:sldMkLst>
          <pc:docMk/>
          <pc:sldMk cId="2397009257" sldId="274"/>
        </pc:sldMkLst>
        <pc:spChg chg="mod">
          <ac:chgData name="Francesco Luciano Cambria" userId="6da4c536-595c-4daa-839e-23373e7117c6" providerId="ADAL" clId="{5901AB58-6267-49BA-AE6C-8338B4FEFF8F}" dt="2024-11-11T14:17:27.489" v="967" actId="404"/>
          <ac:spMkLst>
            <pc:docMk/>
            <pc:sldMk cId="2397009257" sldId="274"/>
            <ac:spMk id="2" creationId="{2041E1CE-AA80-D887-DA65-3E4AA36F7D79}"/>
          </ac:spMkLst>
        </pc:spChg>
      </pc:sldChg>
      <pc:sldChg chg="add del">
        <pc:chgData name="Francesco Luciano Cambria" userId="6da4c536-595c-4daa-839e-23373e7117c6" providerId="ADAL" clId="{5901AB58-6267-49BA-AE6C-8338B4FEFF8F}" dt="2024-11-11T14:17:04.509" v="939" actId="47"/>
        <pc:sldMkLst>
          <pc:docMk/>
          <pc:sldMk cId="3876938454" sldId="274"/>
        </pc:sldMkLst>
      </pc:sldChg>
      <pc:sldChg chg="add del">
        <pc:chgData name="Francesco Luciano Cambria" userId="6da4c536-595c-4daa-839e-23373e7117c6" providerId="ADAL" clId="{5901AB58-6267-49BA-AE6C-8338B4FEFF8F}" dt="2024-11-11T14:16:41.584" v="934"/>
        <pc:sldMkLst>
          <pc:docMk/>
          <pc:sldMk cId="1450867208" sldId="275"/>
        </pc:sldMkLst>
      </pc:sldChg>
      <pc:sldChg chg="addSp delSp modSp add mod">
        <pc:chgData name="Francesco Luciano Cambria" userId="6da4c536-595c-4daa-839e-23373e7117c6" providerId="ADAL" clId="{5901AB58-6267-49BA-AE6C-8338B4FEFF8F}" dt="2024-11-11T14:21:15.313" v="1031" actId="14100"/>
        <pc:sldMkLst>
          <pc:docMk/>
          <pc:sldMk cId="3352044978" sldId="275"/>
        </pc:sldMkLst>
        <pc:spChg chg="mod">
          <ac:chgData name="Francesco Luciano Cambria" userId="6da4c536-595c-4daa-839e-23373e7117c6" providerId="ADAL" clId="{5901AB58-6267-49BA-AE6C-8338B4FEFF8F}" dt="2024-11-11T14:19:17.443" v="991" actId="255"/>
          <ac:spMkLst>
            <pc:docMk/>
            <pc:sldMk cId="3352044978" sldId="275"/>
            <ac:spMk id="2" creationId="{0D360B80-4FB5-7A12-ACED-F137B4BA17A2}"/>
          </ac:spMkLst>
        </pc:spChg>
        <pc:spChg chg="add mod">
          <ac:chgData name="Francesco Luciano Cambria" userId="6da4c536-595c-4daa-839e-23373e7117c6" providerId="ADAL" clId="{5901AB58-6267-49BA-AE6C-8338B4FEFF8F}" dt="2024-11-11T14:18:19.939" v="981" actId="1076"/>
          <ac:spMkLst>
            <pc:docMk/>
            <pc:sldMk cId="3352044978" sldId="275"/>
            <ac:spMk id="4" creationId="{2F8BDC0A-B874-BA69-9B64-87A485687516}"/>
          </ac:spMkLst>
        </pc:spChg>
        <pc:spChg chg="add mod">
          <ac:chgData name="Francesco Luciano Cambria" userId="6da4c536-595c-4daa-839e-23373e7117c6" providerId="ADAL" clId="{5901AB58-6267-49BA-AE6C-8338B4FEFF8F}" dt="2024-11-11T14:20:54.047" v="1026" actId="1076"/>
          <ac:spMkLst>
            <pc:docMk/>
            <pc:sldMk cId="3352044978" sldId="275"/>
            <ac:spMk id="5" creationId="{79FB2EF9-9438-EACA-B6FC-A62069DEC572}"/>
          </ac:spMkLst>
        </pc:spChg>
        <pc:spChg chg="add mod or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6" creationId="{14BE5500-6B64-AF92-3D6A-FBCDD7532B87}"/>
          </ac:spMkLst>
        </pc:spChg>
        <pc:spChg chg="mo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9" creationId="{93AA253C-6575-6EF8-74F2-904E417ABFAC}"/>
          </ac:spMkLst>
        </pc:spChg>
        <pc:spChg chg="mod">
          <ac:chgData name="Francesco Luciano Cambria" userId="6da4c536-595c-4daa-839e-23373e7117c6" providerId="ADAL" clId="{5901AB58-6267-49BA-AE6C-8338B4FEFF8F}" dt="2024-11-11T14:18:31.212" v="983" actId="14100"/>
          <ac:spMkLst>
            <pc:docMk/>
            <pc:sldMk cId="3352044978" sldId="275"/>
            <ac:spMk id="10" creationId="{86920D85-6A8B-44CA-1ED0-19FBA7A46DA6}"/>
          </ac:spMkLst>
        </pc:spChg>
        <pc:spChg chg="mod">
          <ac:chgData name="Francesco Luciano Cambria" userId="6da4c536-595c-4daa-839e-23373e7117c6" providerId="ADAL" clId="{5901AB58-6267-49BA-AE6C-8338B4FEFF8F}" dt="2024-11-11T14:18:31.212" v="983" actId="14100"/>
          <ac:spMkLst>
            <pc:docMk/>
            <pc:sldMk cId="3352044978" sldId="275"/>
            <ac:spMk id="11" creationId="{3EE1B5B8-5A87-D3EC-2ED4-6D068BE64114}"/>
          </ac:spMkLst>
        </pc:spChg>
        <pc:spChg chg="mod">
          <ac:chgData name="Francesco Luciano Cambria" userId="6da4c536-595c-4daa-839e-23373e7117c6" providerId="ADAL" clId="{5901AB58-6267-49BA-AE6C-8338B4FEFF8F}" dt="2024-11-11T14:20:50.119" v="1025" actId="1036"/>
          <ac:spMkLst>
            <pc:docMk/>
            <pc:sldMk cId="3352044978" sldId="275"/>
            <ac:spMk id="12" creationId="{9A681877-8E76-9A51-66E8-F59C79023F89}"/>
          </ac:spMkLst>
        </pc:spChg>
        <pc:spChg chg="del mod">
          <ac:chgData name="Francesco Luciano Cambria" userId="6da4c536-595c-4daa-839e-23373e7117c6" providerId="ADAL" clId="{5901AB58-6267-49BA-AE6C-8338B4FEFF8F}" dt="2024-11-11T14:18:12.154" v="979" actId="478"/>
          <ac:spMkLst>
            <pc:docMk/>
            <pc:sldMk cId="3352044978" sldId="275"/>
            <ac:spMk id="13" creationId="{4C446434-24BD-C360-B00B-06E29A1482C1}"/>
          </ac:spMkLst>
        </pc:spChg>
        <pc:grpChg chg="add mod">
          <ac:chgData name="Francesco Luciano Cambria" userId="6da4c536-595c-4daa-839e-23373e7117c6" providerId="ADAL" clId="{5901AB58-6267-49BA-AE6C-8338B4FEFF8F}" dt="2024-11-11T14:20:50.119" v="1025" actId="1036"/>
          <ac:grpSpMkLst>
            <pc:docMk/>
            <pc:sldMk cId="3352044978" sldId="275"/>
            <ac:grpSpMk id="7" creationId="{69CD03AC-31FB-9393-7C79-58D3DC88C612}"/>
          </ac:grpSpMkLst>
        </pc:grpChg>
        <pc:grpChg chg="mod">
          <ac:chgData name="Francesco Luciano Cambria" userId="6da4c536-595c-4daa-839e-23373e7117c6" providerId="ADAL" clId="{5901AB58-6267-49BA-AE6C-8338B4FEFF8F}" dt="2024-11-11T14:18:31.212" v="983" actId="14100"/>
          <ac:grpSpMkLst>
            <pc:docMk/>
            <pc:sldMk cId="3352044978" sldId="275"/>
            <ac:grpSpMk id="8" creationId="{9B83D3FD-562B-F216-D674-AFE5F4CE7D4A}"/>
          </ac:grpSpMkLst>
        </pc:grpChg>
        <pc:cxnChg chg="add mod">
          <ac:chgData name="Francesco Luciano Cambria" userId="6da4c536-595c-4daa-839e-23373e7117c6" providerId="ADAL" clId="{5901AB58-6267-49BA-AE6C-8338B4FEFF8F}" dt="2024-11-11T14:21:15.313" v="1031" actId="14100"/>
          <ac:cxnSpMkLst>
            <pc:docMk/>
            <pc:sldMk cId="3352044978" sldId="275"/>
            <ac:cxnSpMk id="14" creationId="{22A937CD-8057-A34F-9424-2DF1BD7D8F09}"/>
          </ac:cxnSpMkLst>
        </pc:cxnChg>
      </pc:sldChg>
      <pc:sldChg chg="addSp delSp modSp add mod">
        <pc:chgData name="Francesco Luciano Cambria" userId="6da4c536-595c-4daa-839e-23373e7117c6" providerId="ADAL" clId="{5901AB58-6267-49BA-AE6C-8338B4FEFF8F}" dt="2024-11-11T14:22:57.341" v="1063" actId="20577"/>
        <pc:sldMkLst>
          <pc:docMk/>
          <pc:sldMk cId="2945828372" sldId="276"/>
        </pc:sldMkLst>
        <pc:spChg chg="mod">
          <ac:chgData name="Francesco Luciano Cambria" userId="6da4c536-595c-4daa-839e-23373e7117c6" providerId="ADAL" clId="{5901AB58-6267-49BA-AE6C-8338B4FEFF8F}" dt="2024-11-11T14:21:31.818" v="1033" actId="20577"/>
          <ac:spMkLst>
            <pc:docMk/>
            <pc:sldMk cId="2945828372" sldId="276"/>
            <ac:spMk id="2" creationId="{0EAFBE31-A597-EF9D-4012-68D6F097873A}"/>
          </ac:spMkLst>
        </pc:spChg>
        <pc:spChg chg="add mod ord">
          <ac:chgData name="Francesco Luciano Cambria" userId="6da4c536-595c-4daa-839e-23373e7117c6" providerId="ADAL" clId="{5901AB58-6267-49BA-AE6C-8338B4FEFF8F}" dt="2024-11-11T14:22:57.341" v="1063" actId="20577"/>
          <ac:spMkLst>
            <pc:docMk/>
            <pc:sldMk cId="2945828372" sldId="276"/>
            <ac:spMk id="3" creationId="{66AA6A50-AC9B-ED23-47AA-EAAABE5AAB40}"/>
          </ac:spMkLst>
        </pc:spChg>
        <pc:spChg chg="del">
          <ac:chgData name="Francesco Luciano Cambria" userId="6da4c536-595c-4daa-839e-23373e7117c6" providerId="ADAL" clId="{5901AB58-6267-49BA-AE6C-8338B4FEFF8F}" dt="2024-11-11T14:21:44.902" v="1038" actId="478"/>
          <ac:spMkLst>
            <pc:docMk/>
            <pc:sldMk cId="2945828372" sldId="276"/>
            <ac:spMk id="4" creationId="{07C91FB9-F461-7EC0-B3A1-CB6A65590FC4}"/>
          </ac:spMkLst>
        </pc:spChg>
        <pc:spChg chg="del">
          <ac:chgData name="Francesco Luciano Cambria" userId="6da4c536-595c-4daa-839e-23373e7117c6" providerId="ADAL" clId="{5901AB58-6267-49BA-AE6C-8338B4FEFF8F}" dt="2024-11-11T14:21:37.936" v="1035" actId="478"/>
          <ac:spMkLst>
            <pc:docMk/>
            <pc:sldMk cId="2945828372" sldId="276"/>
            <ac:spMk id="5" creationId="{B00E06B9-D26A-5D93-131F-D45AB7A7A96E}"/>
          </ac:spMkLst>
        </pc:spChg>
        <pc:spChg chg="del">
          <ac:chgData name="Francesco Luciano Cambria" userId="6da4c536-595c-4daa-839e-23373e7117c6" providerId="ADAL" clId="{5901AB58-6267-49BA-AE6C-8338B4FEFF8F}" dt="2024-11-11T14:21:42.814" v="1037" actId="478"/>
          <ac:spMkLst>
            <pc:docMk/>
            <pc:sldMk cId="2945828372" sldId="276"/>
            <ac:spMk id="6" creationId="{5FB6E099-784C-4444-A5D0-3A8F11508640}"/>
          </ac:spMkLst>
        </pc:spChg>
        <pc:spChg chg="mod">
          <ac:chgData name="Francesco Luciano Cambria" userId="6da4c536-595c-4daa-839e-23373e7117c6" providerId="ADAL" clId="{5901AB58-6267-49BA-AE6C-8338B4FEFF8F}" dt="2024-11-11T14:22:37.733" v="1048" actId="14100"/>
          <ac:spMkLst>
            <pc:docMk/>
            <pc:sldMk cId="2945828372" sldId="276"/>
            <ac:spMk id="15" creationId="{F10E28CB-09C7-F9E2-0447-92D48BEA8603}"/>
          </ac:spMkLst>
        </pc:spChg>
        <pc:spChg chg="mod">
          <ac:chgData name="Francesco Luciano Cambria" userId="6da4c536-595c-4daa-839e-23373e7117c6" providerId="ADAL" clId="{5901AB58-6267-49BA-AE6C-8338B4FEFF8F}" dt="2024-11-11T14:22:37.733" v="1048" actId="14100"/>
          <ac:spMkLst>
            <pc:docMk/>
            <pc:sldMk cId="2945828372" sldId="276"/>
            <ac:spMk id="16" creationId="{5D1829AB-4D0D-F568-63B5-0DB80DFEDE0B}"/>
          </ac:spMkLst>
        </pc:spChg>
        <pc:grpChg chg="del">
          <ac:chgData name="Francesco Luciano Cambria" userId="6da4c536-595c-4daa-839e-23373e7117c6" providerId="ADAL" clId="{5901AB58-6267-49BA-AE6C-8338B4FEFF8F}" dt="2024-11-11T14:21:39.867" v="1036" actId="478"/>
          <ac:grpSpMkLst>
            <pc:docMk/>
            <pc:sldMk cId="2945828372" sldId="276"/>
            <ac:grpSpMk id="7" creationId="{6E753FF2-A8BE-D9A4-059B-C0504FCC2C65}"/>
          </ac:grpSpMkLst>
        </pc:grpChg>
        <pc:grpChg chg="del">
          <ac:chgData name="Francesco Luciano Cambria" userId="6da4c536-595c-4daa-839e-23373e7117c6" providerId="ADAL" clId="{5901AB58-6267-49BA-AE6C-8338B4FEFF8F}" dt="2024-11-11T14:21:45.907" v="1039" actId="478"/>
          <ac:grpSpMkLst>
            <pc:docMk/>
            <pc:sldMk cId="2945828372" sldId="276"/>
            <ac:grpSpMk id="8" creationId="{9867539B-789B-08CC-E792-7CBA10EF26A5}"/>
          </ac:grpSpMkLst>
        </pc:grpChg>
        <pc:grpChg chg="add mod">
          <ac:chgData name="Francesco Luciano Cambria" userId="6da4c536-595c-4daa-839e-23373e7117c6" providerId="ADAL" clId="{5901AB58-6267-49BA-AE6C-8338B4FEFF8F}" dt="2024-11-11T14:22:37.733" v="1048" actId="14100"/>
          <ac:grpSpMkLst>
            <pc:docMk/>
            <pc:sldMk cId="2945828372" sldId="276"/>
            <ac:grpSpMk id="13" creationId="{A674B513-AAE6-5E19-CED9-1B06CCF00738}"/>
          </ac:grpSpMkLst>
        </pc:grpChg>
        <pc:cxnChg chg="del">
          <ac:chgData name="Francesco Luciano Cambria" userId="6da4c536-595c-4daa-839e-23373e7117c6" providerId="ADAL" clId="{5901AB58-6267-49BA-AE6C-8338B4FEFF8F}" dt="2024-11-11T14:21:34.178" v="1034" actId="478"/>
          <ac:cxnSpMkLst>
            <pc:docMk/>
            <pc:sldMk cId="2945828372" sldId="276"/>
            <ac:cxnSpMk id="14" creationId="{1D9D73C4-D0C6-2C0D-A0C0-1FF431035B12}"/>
          </ac:cxnSpMkLst>
        </pc:cxnChg>
      </pc:sldChg>
      <pc:sldChg chg="modSp add mod">
        <pc:chgData name="Francesco Luciano Cambria" userId="6da4c536-595c-4daa-839e-23373e7117c6" providerId="ADAL" clId="{5901AB58-6267-49BA-AE6C-8338B4FEFF8F}" dt="2024-11-11T14:26:48.707" v="1083" actId="20577"/>
        <pc:sldMkLst>
          <pc:docMk/>
          <pc:sldMk cId="53400665" sldId="277"/>
        </pc:sldMkLst>
        <pc:spChg chg="mod">
          <ac:chgData name="Francesco Luciano Cambria" userId="6da4c536-595c-4daa-839e-23373e7117c6" providerId="ADAL" clId="{5901AB58-6267-49BA-AE6C-8338B4FEFF8F}" dt="2024-11-11T14:26:48.707" v="1083" actId="20577"/>
          <ac:spMkLst>
            <pc:docMk/>
            <pc:sldMk cId="53400665" sldId="277"/>
            <ac:spMk id="2" creationId="{657F9361-8A05-FBB0-75AF-B5748B10EAC4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4:41:14.327" v="1107" actId="1076"/>
        <pc:sldMkLst>
          <pc:docMk/>
          <pc:sldMk cId="1441636630" sldId="278"/>
        </pc:sldMkLst>
        <pc:spChg chg="add del mod">
          <ac:chgData name="Francesco Luciano Cambria" userId="6da4c536-595c-4daa-839e-23373e7117c6" providerId="ADAL" clId="{5901AB58-6267-49BA-AE6C-8338B4FEFF8F}" dt="2024-11-11T14:38:08.754" v="1100" actId="478"/>
          <ac:spMkLst>
            <pc:docMk/>
            <pc:sldMk cId="1441636630" sldId="278"/>
            <ac:spMk id="3" creationId="{C3FBAC96-5982-BB75-2AA7-1496D21B63F9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4" creationId="{2B27F9DF-222D-173F-1A33-AD552D936EEF}"/>
          </ac:spMkLst>
        </pc:spChg>
        <pc:spChg chg="add mod">
          <ac:chgData name="Francesco Luciano Cambria" userId="6da4c536-595c-4daa-839e-23373e7117c6" providerId="ADAL" clId="{5901AB58-6267-49BA-AE6C-8338B4FEFF8F}" dt="2024-11-11T14:41:05.708" v="1105" actId="1076"/>
          <ac:spMkLst>
            <pc:docMk/>
            <pc:sldMk cId="1441636630" sldId="278"/>
            <ac:spMk id="8" creationId="{2DE5176A-6598-DA87-1AD0-457B6C5851DE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9" creationId="{7695D605-5580-F37F-5BDE-864C8441F4D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11" creationId="{25E3451F-7CDC-0712-40A3-C97C0CF630A7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13" creationId="{6D7D7859-CB12-3D86-5EA7-E3B47B195ED7}"/>
          </ac:spMkLst>
        </pc:spChg>
        <pc:spChg chg="add mod">
          <ac:chgData name="Francesco Luciano Cambria" userId="6da4c536-595c-4daa-839e-23373e7117c6" providerId="ADAL" clId="{5901AB58-6267-49BA-AE6C-8338B4FEFF8F}" dt="2024-11-11T14:41:08.625" v="1106" actId="1076"/>
          <ac:spMkLst>
            <pc:docMk/>
            <pc:sldMk cId="1441636630" sldId="278"/>
            <ac:spMk id="14" creationId="{22BB3C0A-B817-70A0-AE86-99C25B605638}"/>
          </ac:spMkLst>
        </pc:spChg>
        <pc:spChg chg="add mod">
          <ac:chgData name="Francesco Luciano Cambria" userId="6da4c536-595c-4daa-839e-23373e7117c6" providerId="ADAL" clId="{5901AB58-6267-49BA-AE6C-8338B4FEFF8F}" dt="2024-11-11T14:41:14.327" v="1107" actId="1076"/>
          <ac:spMkLst>
            <pc:docMk/>
            <pc:sldMk cId="1441636630" sldId="278"/>
            <ac:spMk id="15" creationId="{C73D65A1-975B-6D06-A249-754208D009D2}"/>
          </ac:spMkLst>
        </pc:spChg>
        <pc:spChg chg="add mod">
          <ac:chgData name="Francesco Luciano Cambria" userId="6da4c536-595c-4daa-839e-23373e7117c6" providerId="ADAL" clId="{5901AB58-6267-49BA-AE6C-8338B4FEFF8F}" dt="2024-11-11T14:34:34.459" v="1095" actId="14100"/>
          <ac:spMkLst>
            <pc:docMk/>
            <pc:sldMk cId="1441636630" sldId="278"/>
            <ac:spMk id="16" creationId="{7B973007-FD85-D1B3-E674-527C36B0EB0E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7" creationId="{EB4DD67F-4512-7F28-096B-5BFABFEBC632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8" creationId="{CBE74C29-4F90-DF7A-1379-DF795B3B9A65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19" creationId="{E507172D-668E-1486-90F3-B87170EB6F45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0" creationId="{D143A037-C55B-BD8E-785C-648AF227071A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1" creationId="{26176F8E-3B93-4CEC-7912-3206C202A0EA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2" creationId="{4BCF70DC-5325-E9E9-184B-E80B96B8CC10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3" creationId="{984D4C35-AC91-85A0-3BC9-A8DCF5F06AD4}"/>
          </ac:spMkLst>
        </pc:spChg>
        <pc:spChg chg="del">
          <ac:chgData name="Francesco Luciano Cambria" userId="6da4c536-595c-4daa-839e-23373e7117c6" providerId="ADAL" clId="{5901AB58-6267-49BA-AE6C-8338B4FEFF8F}" dt="2024-11-11T14:33:39.548" v="1085" actId="478"/>
          <ac:spMkLst>
            <pc:docMk/>
            <pc:sldMk cId="1441636630" sldId="278"/>
            <ac:spMk id="25" creationId="{5D052017-D7AA-A008-66AE-7218FA23F6B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27" creationId="{83F289AE-D644-2318-7158-642311286705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0" creationId="{5AD5230F-1E86-F1B1-48B3-7AA3BC6A5D1D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1" creationId="{E042E2C8-E2F8-A271-BDC0-3DC968EC4FBE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2" creationId="{75139478-CE72-82CC-CEF1-A346E202FA5E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3" creationId="{4A1022CE-3226-9194-E1D4-F4238FD4B4A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4" creationId="{0D549C8F-5936-903C-2CAD-1340FCC30A60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5" creationId="{4CC89FA6-3353-C772-8A0E-FE73A2EAF3C2}"/>
          </ac:spMkLst>
        </pc:spChg>
        <pc:spChg chg="add mod">
          <ac:chgData name="Francesco Luciano Cambria" userId="6da4c536-595c-4daa-839e-23373e7117c6" providerId="ADAL" clId="{5901AB58-6267-49BA-AE6C-8338B4FEFF8F}" dt="2024-11-11T14:33:41.330" v="1087"/>
          <ac:spMkLst>
            <pc:docMk/>
            <pc:sldMk cId="1441636630" sldId="278"/>
            <ac:spMk id="36" creationId="{00413D97-1E15-D239-14E8-8C1225AE5B18}"/>
          </ac:spMkLst>
        </pc:spChg>
        <pc:grpChg chg="del">
          <ac:chgData name="Francesco Luciano Cambria" userId="6da4c536-595c-4daa-839e-23373e7117c6" providerId="ADAL" clId="{5901AB58-6267-49BA-AE6C-8338B4FEFF8F}" dt="2024-11-11T14:33:39.548" v="1085" actId="478"/>
          <ac:grpSpMkLst>
            <pc:docMk/>
            <pc:sldMk cId="1441636630" sldId="278"/>
            <ac:grpSpMk id="5" creationId="{86668B01-9753-D246-E3E4-28CF3AF68055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10" creationId="{F37786AA-42BA-C2B2-6287-CB6F0C5795CC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26" creationId="{27823A87-9273-D165-3D1F-4BC907DDDD1E}"/>
          </ac:grpSpMkLst>
        </pc:grpChg>
        <pc:grpChg chg="add mod">
          <ac:chgData name="Francesco Luciano Cambria" userId="6da4c536-595c-4daa-839e-23373e7117c6" providerId="ADAL" clId="{5901AB58-6267-49BA-AE6C-8338B4FEFF8F}" dt="2024-11-11T14:33:41.330" v="1087"/>
          <ac:grpSpMkLst>
            <pc:docMk/>
            <pc:sldMk cId="1441636630" sldId="278"/>
            <ac:grpSpMk id="28" creationId="{D61F7F04-569C-0324-369D-34769A4C6247}"/>
          </ac:grpSpMkLst>
        </pc:grpChg>
        <pc:picChg chg="add mod">
          <ac:chgData name="Francesco Luciano Cambria" userId="6da4c536-595c-4daa-839e-23373e7117c6" providerId="ADAL" clId="{5901AB58-6267-49BA-AE6C-8338B4FEFF8F}" dt="2024-11-11T14:33:41.330" v="1087"/>
          <ac:picMkLst>
            <pc:docMk/>
            <pc:sldMk cId="1441636630" sldId="278"/>
            <ac:picMk id="12" creationId="{A3CEA904-B122-0D31-2243-1A9D599AF557}"/>
          </ac:picMkLst>
        </pc:picChg>
        <pc:picChg chg="del">
          <ac:chgData name="Francesco Luciano Cambria" userId="6da4c536-595c-4daa-839e-23373e7117c6" providerId="ADAL" clId="{5901AB58-6267-49BA-AE6C-8338B4FEFF8F}" dt="2024-11-11T14:33:40.895" v="1086" actId="478"/>
          <ac:picMkLst>
            <pc:docMk/>
            <pc:sldMk cId="1441636630" sldId="278"/>
            <ac:picMk id="24" creationId="{2522D568-474A-C7F6-D999-E724C4FF2CE9}"/>
          </ac:picMkLst>
        </pc:picChg>
        <pc:picChg chg="add mod">
          <ac:chgData name="Francesco Luciano Cambria" userId="6da4c536-595c-4daa-839e-23373e7117c6" providerId="ADAL" clId="{5901AB58-6267-49BA-AE6C-8338B4FEFF8F}" dt="2024-11-11T14:33:41.330" v="1087"/>
          <ac:picMkLst>
            <pc:docMk/>
            <pc:sldMk cId="1441636630" sldId="278"/>
            <ac:picMk id="29" creationId="{640B045B-36F8-B92C-AD68-6BDDE0B11F79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5:00:16.127" v="1183" actId="1076"/>
        <pc:sldMkLst>
          <pc:docMk/>
          <pc:sldMk cId="756207234" sldId="279"/>
        </pc:sldMkLst>
        <pc:spChg chg="del">
          <ac:chgData name="Francesco Luciano Cambria" userId="6da4c536-595c-4daa-839e-23373e7117c6" providerId="ADAL" clId="{5901AB58-6267-49BA-AE6C-8338B4FEFF8F}" dt="2024-11-11T14:45:11.866" v="1108" actId="478"/>
          <ac:spMkLst>
            <pc:docMk/>
            <pc:sldMk cId="756207234" sldId="279"/>
            <ac:spMk id="4" creationId="{DDCF3356-6968-A10F-E3AD-920337CA69E3}"/>
          </ac:spMkLst>
        </pc:spChg>
        <pc:spChg chg="add mod">
          <ac:chgData name="Francesco Luciano Cambria" userId="6da4c536-595c-4daa-839e-23373e7117c6" providerId="ADAL" clId="{5901AB58-6267-49BA-AE6C-8338B4FEFF8F}" dt="2024-11-11T14:55:19.735" v="1130" actId="14100"/>
          <ac:spMkLst>
            <pc:docMk/>
            <pc:sldMk cId="756207234" sldId="279"/>
            <ac:spMk id="5" creationId="{E8486ACB-01C0-E39C-BD4D-7264CD286560}"/>
          </ac:spMkLst>
        </pc:spChg>
        <pc:spChg chg="add mod">
          <ac:chgData name="Francesco Luciano Cambria" userId="6da4c536-595c-4daa-839e-23373e7117c6" providerId="ADAL" clId="{5901AB58-6267-49BA-AE6C-8338B4FEFF8F}" dt="2024-11-11T14:48:41.619" v="1122" actId="113"/>
          <ac:spMkLst>
            <pc:docMk/>
            <pc:sldMk cId="756207234" sldId="279"/>
            <ac:spMk id="9" creationId="{44FF5118-9FE0-032A-736C-235A15FE84CD}"/>
          </ac:spMkLst>
        </pc:spChg>
        <pc:spChg chg="del">
          <ac:chgData name="Francesco Luciano Cambria" userId="6da4c536-595c-4daa-839e-23373e7117c6" providerId="ADAL" clId="{5901AB58-6267-49BA-AE6C-8338B4FEFF8F}" dt="2024-11-11T14:45:14.376" v="1109" actId="478"/>
          <ac:spMkLst>
            <pc:docMk/>
            <pc:sldMk cId="756207234" sldId="279"/>
            <ac:spMk id="10" creationId="{2D84162A-3494-91D0-C9EF-9CBBE85DBCA1}"/>
          </ac:spMkLst>
        </pc:spChg>
        <pc:spChg chg="add mod">
          <ac:chgData name="Francesco Luciano Cambria" userId="6da4c536-595c-4daa-839e-23373e7117c6" providerId="ADAL" clId="{5901AB58-6267-49BA-AE6C-8338B4FEFF8F}" dt="2024-11-11T14:55:05.747" v="1128" actId="113"/>
          <ac:spMkLst>
            <pc:docMk/>
            <pc:sldMk cId="756207234" sldId="279"/>
            <ac:spMk id="13" creationId="{94D1B110-008A-AF65-25CF-41B189E823E4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7" creationId="{CD7F3112-A82A-2888-C592-E06ED03C6952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8" creationId="{5E7DE319-7A20-E29E-DF91-623A90819E09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19" creationId="{9A7D9F2F-1FF8-E2A0-D37D-48BFD4F8564E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20" creationId="{014087E5-DAE3-8BE6-65A2-E904E9FA06E7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21" creationId="{9F4BC55C-BF90-A14F-42B6-4C94C0870749}"/>
          </ac:spMkLst>
        </pc:spChg>
        <pc:spChg chg="add mod">
          <ac:chgData name="Francesco Luciano Cambria" userId="6da4c536-595c-4daa-839e-23373e7117c6" providerId="ADAL" clId="{5901AB58-6267-49BA-AE6C-8338B4FEFF8F}" dt="2024-11-11T15:00:11.523" v="1182" actId="1076"/>
          <ac:spMkLst>
            <pc:docMk/>
            <pc:sldMk cId="756207234" sldId="279"/>
            <ac:spMk id="25" creationId="{C46286D6-EC9A-264C-E621-EE0939484DE6}"/>
          </ac:spMkLst>
        </pc:spChg>
        <pc:spChg chg="add mod">
          <ac:chgData name="Francesco Luciano Cambria" userId="6da4c536-595c-4daa-839e-23373e7117c6" providerId="ADAL" clId="{5901AB58-6267-49BA-AE6C-8338B4FEFF8F}" dt="2024-11-11T15:00:16.127" v="1183" actId="1076"/>
          <ac:spMkLst>
            <pc:docMk/>
            <pc:sldMk cId="756207234" sldId="279"/>
            <ac:spMk id="28" creationId="{5B014523-FBB5-1568-52CB-23B6D2BB5434}"/>
          </ac:spMkLst>
        </pc:spChg>
        <pc:spChg chg="add mod">
          <ac:chgData name="Francesco Luciano Cambria" userId="6da4c536-595c-4daa-839e-23373e7117c6" providerId="ADAL" clId="{5901AB58-6267-49BA-AE6C-8338B4FEFF8F}" dt="2024-11-11T15:00:00.820" v="1180" actId="1076"/>
          <ac:spMkLst>
            <pc:docMk/>
            <pc:sldMk cId="756207234" sldId="279"/>
            <ac:spMk id="30" creationId="{9B1E8D79-9482-CDC9-5473-AB8E080EEDB2}"/>
          </ac:spMkLst>
        </pc:spChg>
        <pc:grpChg chg="add mod">
          <ac:chgData name="Francesco Luciano Cambria" userId="6da4c536-595c-4daa-839e-23373e7117c6" providerId="ADAL" clId="{5901AB58-6267-49BA-AE6C-8338B4FEFF8F}" dt="2024-11-11T15:00:16.127" v="1183" actId="1076"/>
          <ac:grpSpMkLst>
            <pc:docMk/>
            <pc:sldMk cId="756207234" sldId="279"/>
            <ac:grpSpMk id="22" creationId="{1AF5C141-4D18-06AD-ED77-425F8F8B73A6}"/>
          </ac:grpSpMkLst>
        </pc:grpChg>
        <pc:grpChg chg="add mod">
          <ac:chgData name="Francesco Luciano Cambria" userId="6da4c536-595c-4daa-839e-23373e7117c6" providerId="ADAL" clId="{5901AB58-6267-49BA-AE6C-8338B4FEFF8F}" dt="2024-11-11T15:00:11.523" v="1182" actId="1076"/>
          <ac:grpSpMkLst>
            <pc:docMk/>
            <pc:sldMk cId="756207234" sldId="279"/>
            <ac:grpSpMk id="23" creationId="{AA9A9C12-AAEB-2760-CC1E-DF0B54D135DD}"/>
          </ac:grpSpMkLst>
        </pc:grp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3" creationId="{70477462-6E8C-BB8B-5940-5C5C68CB9218}"/>
          </ac:picMkLst>
        </pc:picChg>
        <pc:picChg chg="add mod">
          <ac:chgData name="Francesco Luciano Cambria" userId="6da4c536-595c-4daa-839e-23373e7117c6" providerId="ADAL" clId="{5901AB58-6267-49BA-AE6C-8338B4FEFF8F}" dt="2024-11-11T14:57:38.863" v="1136" actId="14100"/>
          <ac:picMkLst>
            <pc:docMk/>
            <pc:sldMk cId="756207234" sldId="279"/>
            <ac:picMk id="6" creationId="{295D1833-00C4-887D-464E-3DD046F30401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8" creationId="{853C0737-5E05-1311-D98E-644583BEF446}"/>
          </ac:picMkLst>
        </pc:picChg>
        <pc:picChg chg="add mod">
          <ac:chgData name="Francesco Luciano Cambria" userId="6da4c536-595c-4daa-839e-23373e7117c6" providerId="ADAL" clId="{5901AB58-6267-49BA-AE6C-8338B4FEFF8F}" dt="2024-11-11T14:58:35.965" v="1137" actId="1076"/>
          <ac:picMkLst>
            <pc:docMk/>
            <pc:sldMk cId="756207234" sldId="279"/>
            <ac:picMk id="11" creationId="{854C9EBA-0D2C-D027-515D-1051D4C210A0}"/>
          </ac:picMkLst>
        </pc:picChg>
        <pc:picChg chg="add mod">
          <ac:chgData name="Francesco Luciano Cambria" userId="6da4c536-595c-4daa-839e-23373e7117c6" providerId="ADAL" clId="{5901AB58-6267-49BA-AE6C-8338B4FEFF8F}" dt="2024-11-11T14:58:37.645" v="1138" actId="1076"/>
          <ac:picMkLst>
            <pc:docMk/>
            <pc:sldMk cId="756207234" sldId="279"/>
            <ac:picMk id="14" creationId="{0618C4C5-10B5-3A32-3748-3E7A69FF3940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15" creationId="{79C0B5F6-8FA8-F61C-E85B-E4E1AF4EF6DC}"/>
          </ac:picMkLst>
        </pc:picChg>
        <pc:picChg chg="del">
          <ac:chgData name="Francesco Luciano Cambria" userId="6da4c536-595c-4daa-839e-23373e7117c6" providerId="ADAL" clId="{5901AB58-6267-49BA-AE6C-8338B4FEFF8F}" dt="2024-11-11T14:45:17.541" v="1110" actId="478"/>
          <ac:picMkLst>
            <pc:docMk/>
            <pc:sldMk cId="756207234" sldId="279"/>
            <ac:picMk id="16" creationId="{F42B7E50-436E-FA7E-5A30-A39003C09557}"/>
          </ac:picMkLst>
        </pc:picChg>
        <pc:picChg chg="add mod">
          <ac:chgData name="Francesco Luciano Cambria" userId="6da4c536-595c-4daa-839e-23373e7117c6" providerId="ADAL" clId="{5901AB58-6267-49BA-AE6C-8338B4FEFF8F}" dt="2024-11-11T15:00:11.523" v="1182" actId="1076"/>
          <ac:picMkLst>
            <pc:docMk/>
            <pc:sldMk cId="756207234" sldId="279"/>
            <ac:picMk id="24" creationId="{5FED25E7-87E7-CD3C-782D-F16F8DBCB34F}"/>
          </ac:picMkLst>
        </pc:picChg>
        <pc:picChg chg="add mod">
          <ac:chgData name="Francesco Luciano Cambria" userId="6da4c536-595c-4daa-839e-23373e7117c6" providerId="ADAL" clId="{5901AB58-6267-49BA-AE6C-8338B4FEFF8F}" dt="2024-11-11T15:00:11.523" v="1182" actId="1076"/>
          <ac:picMkLst>
            <pc:docMk/>
            <pc:sldMk cId="756207234" sldId="279"/>
            <ac:picMk id="26" creationId="{A13BC6E0-3BC2-3323-14BD-E769D2AC934A}"/>
          </ac:picMkLst>
        </pc:picChg>
        <pc:picChg chg="add mod">
          <ac:chgData name="Francesco Luciano Cambria" userId="6da4c536-595c-4daa-839e-23373e7117c6" providerId="ADAL" clId="{5901AB58-6267-49BA-AE6C-8338B4FEFF8F}" dt="2024-11-11T15:00:16.127" v="1183" actId="1076"/>
          <ac:picMkLst>
            <pc:docMk/>
            <pc:sldMk cId="756207234" sldId="279"/>
            <ac:picMk id="27" creationId="{AD951B37-C536-91AD-2FA4-558AD06F1858}"/>
          </ac:picMkLst>
        </pc:picChg>
        <pc:picChg chg="add mod">
          <ac:chgData name="Francesco Luciano Cambria" userId="6da4c536-595c-4daa-839e-23373e7117c6" providerId="ADAL" clId="{5901AB58-6267-49BA-AE6C-8338B4FEFF8F}" dt="2024-11-11T15:00:16.127" v="1183" actId="1076"/>
          <ac:picMkLst>
            <pc:docMk/>
            <pc:sldMk cId="756207234" sldId="279"/>
            <ac:picMk id="29" creationId="{46CE9F65-3C73-898A-D9E9-0A61F76BB2CE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02:05.482" v="1199" actId="14100"/>
        <pc:sldMkLst>
          <pc:docMk/>
          <pc:sldMk cId="1584797175" sldId="280"/>
        </pc:sldMkLst>
        <pc:spChg chg="mod">
          <ac:chgData name="Francesco Luciano Cambria" userId="6da4c536-595c-4daa-839e-23373e7117c6" providerId="ADAL" clId="{5901AB58-6267-49BA-AE6C-8338B4FEFF8F}" dt="2024-11-11T15:01:19.013" v="1190" actId="20577"/>
          <ac:spMkLst>
            <pc:docMk/>
            <pc:sldMk cId="1584797175" sldId="280"/>
            <ac:spMk id="2" creationId="{EBE3F821-0D69-D79F-CC4C-8875A5323EBC}"/>
          </ac:spMkLst>
        </pc:spChg>
        <pc:spChg chg="mod">
          <ac:chgData name="Francesco Luciano Cambria" userId="6da4c536-595c-4daa-839e-23373e7117c6" providerId="ADAL" clId="{5901AB58-6267-49BA-AE6C-8338B4FEFF8F}" dt="2024-11-11T15:02:05.482" v="1199" actId="14100"/>
          <ac:spMkLst>
            <pc:docMk/>
            <pc:sldMk cId="1584797175" sldId="280"/>
            <ac:spMk id="10" creationId="{94BA2B60-BF91-F115-B256-3384EC4EB2DF}"/>
          </ac:spMkLst>
        </pc:spChg>
        <pc:spChg chg="mod">
          <ac:chgData name="Francesco Luciano Cambria" userId="6da4c536-595c-4daa-839e-23373e7117c6" providerId="ADAL" clId="{5901AB58-6267-49BA-AE6C-8338B4FEFF8F}" dt="2024-11-11T15:02:05.482" v="1199" actId="14100"/>
          <ac:spMkLst>
            <pc:docMk/>
            <pc:sldMk cId="1584797175" sldId="280"/>
            <ac:spMk id="11" creationId="{557B2DB3-F24B-2C8C-53B4-FC9117E564A8}"/>
          </ac:spMkLst>
        </pc:spChg>
        <pc:spChg chg="mod">
          <ac:chgData name="Francesco Luciano Cambria" userId="6da4c536-595c-4daa-839e-23373e7117c6" providerId="ADAL" clId="{5901AB58-6267-49BA-AE6C-8338B4FEFF8F}" dt="2024-11-11T15:02:00.481" v="1198" actId="14100"/>
          <ac:spMkLst>
            <pc:docMk/>
            <pc:sldMk cId="1584797175" sldId="280"/>
            <ac:spMk id="13" creationId="{55DE5F08-C2CA-8530-104B-ECD7E34A840A}"/>
          </ac:spMkLst>
        </pc:spChg>
        <pc:grpChg chg="mod">
          <ac:chgData name="Francesco Luciano Cambria" userId="6da4c536-595c-4daa-839e-23373e7117c6" providerId="ADAL" clId="{5901AB58-6267-49BA-AE6C-8338B4FEFF8F}" dt="2024-11-11T15:02:05.482" v="1199" actId="14100"/>
          <ac:grpSpMkLst>
            <pc:docMk/>
            <pc:sldMk cId="1584797175" sldId="280"/>
            <ac:grpSpMk id="8" creationId="{4540B5CC-1236-8AAC-C693-032AED38A715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02:57.167" v="1204" actId="14100"/>
        <pc:sldMkLst>
          <pc:docMk/>
          <pc:sldMk cId="3917738221" sldId="281"/>
        </pc:sldMkLst>
        <pc:spChg chg="mod">
          <ac:chgData name="Francesco Luciano Cambria" userId="6da4c536-595c-4daa-839e-23373e7117c6" providerId="ADAL" clId="{5901AB58-6267-49BA-AE6C-8338B4FEFF8F}" dt="2024-11-11T15:02:12.707" v="1202" actId="20577"/>
          <ac:spMkLst>
            <pc:docMk/>
            <pc:sldMk cId="3917738221" sldId="281"/>
            <ac:spMk id="2" creationId="{23161940-7320-2C8B-1846-FC541BA44BDC}"/>
          </ac:spMkLst>
        </pc:spChg>
        <pc:spChg chg="mod">
          <ac:chgData name="Francesco Luciano Cambria" userId="6da4c536-595c-4daa-839e-23373e7117c6" providerId="ADAL" clId="{5901AB58-6267-49BA-AE6C-8338B4FEFF8F}" dt="2024-11-11T15:02:57.167" v="1204" actId="14100"/>
          <ac:spMkLst>
            <pc:docMk/>
            <pc:sldMk cId="3917738221" sldId="281"/>
            <ac:spMk id="10" creationId="{5B78E7CB-1938-0B4E-6492-34CA3BCCEC07}"/>
          </ac:spMkLst>
        </pc:spChg>
        <pc:spChg chg="mod">
          <ac:chgData name="Francesco Luciano Cambria" userId="6da4c536-595c-4daa-839e-23373e7117c6" providerId="ADAL" clId="{5901AB58-6267-49BA-AE6C-8338B4FEFF8F}" dt="2024-11-11T15:02:57.167" v="1204" actId="14100"/>
          <ac:spMkLst>
            <pc:docMk/>
            <pc:sldMk cId="3917738221" sldId="281"/>
            <ac:spMk id="11" creationId="{1E1F3179-2935-ECC5-8200-A2104FBD8B59}"/>
          </ac:spMkLst>
        </pc:spChg>
        <pc:spChg chg="mod">
          <ac:chgData name="Francesco Luciano Cambria" userId="6da4c536-595c-4daa-839e-23373e7117c6" providerId="ADAL" clId="{5901AB58-6267-49BA-AE6C-8338B4FEFF8F}" dt="2024-11-11T15:02:51.168" v="1203"/>
          <ac:spMkLst>
            <pc:docMk/>
            <pc:sldMk cId="3917738221" sldId="281"/>
            <ac:spMk id="13" creationId="{355DD9C3-8BF1-79DC-6D59-50DC5514446A}"/>
          </ac:spMkLst>
        </pc:spChg>
        <pc:grpChg chg="mod">
          <ac:chgData name="Francesco Luciano Cambria" userId="6da4c536-595c-4daa-839e-23373e7117c6" providerId="ADAL" clId="{5901AB58-6267-49BA-AE6C-8338B4FEFF8F}" dt="2024-11-11T15:02:57.167" v="1204" actId="14100"/>
          <ac:grpSpMkLst>
            <pc:docMk/>
            <pc:sldMk cId="3917738221" sldId="281"/>
            <ac:grpSpMk id="8" creationId="{9F3E291D-DACB-BD00-E837-AF5146451AB0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03:54.153" v="1233" actId="14100"/>
        <pc:sldMkLst>
          <pc:docMk/>
          <pc:sldMk cId="3049041775" sldId="282"/>
        </pc:sldMkLst>
        <pc:spChg chg="mod">
          <ac:chgData name="Francesco Luciano Cambria" userId="6da4c536-595c-4daa-839e-23373e7117c6" providerId="ADAL" clId="{5901AB58-6267-49BA-AE6C-8338B4FEFF8F}" dt="2024-11-11T15:03:09.798" v="1207" actId="20577"/>
          <ac:spMkLst>
            <pc:docMk/>
            <pc:sldMk cId="3049041775" sldId="282"/>
            <ac:spMk id="2" creationId="{4842DDAD-60D0-F325-4B0F-D8E53C840102}"/>
          </ac:spMkLst>
        </pc:spChg>
        <pc:spChg chg="mod">
          <ac:chgData name="Francesco Luciano Cambria" userId="6da4c536-595c-4daa-839e-23373e7117c6" providerId="ADAL" clId="{5901AB58-6267-49BA-AE6C-8338B4FEFF8F}" dt="2024-11-11T15:03:54.153" v="1233" actId="14100"/>
          <ac:spMkLst>
            <pc:docMk/>
            <pc:sldMk cId="3049041775" sldId="282"/>
            <ac:spMk id="10" creationId="{943D65CB-007D-89FA-6CA1-669EE9090587}"/>
          </ac:spMkLst>
        </pc:spChg>
        <pc:spChg chg="mod">
          <ac:chgData name="Francesco Luciano Cambria" userId="6da4c536-595c-4daa-839e-23373e7117c6" providerId="ADAL" clId="{5901AB58-6267-49BA-AE6C-8338B4FEFF8F}" dt="2024-11-11T15:03:54.153" v="1233" actId="14100"/>
          <ac:spMkLst>
            <pc:docMk/>
            <pc:sldMk cId="3049041775" sldId="282"/>
            <ac:spMk id="11" creationId="{76390C73-09D9-2819-7342-F9D410B486AC}"/>
          </ac:spMkLst>
        </pc:spChg>
        <pc:spChg chg="mod">
          <ac:chgData name="Francesco Luciano Cambria" userId="6da4c536-595c-4daa-839e-23373e7117c6" providerId="ADAL" clId="{5901AB58-6267-49BA-AE6C-8338B4FEFF8F}" dt="2024-11-11T15:03:47.081" v="1231" actId="14100"/>
          <ac:spMkLst>
            <pc:docMk/>
            <pc:sldMk cId="3049041775" sldId="282"/>
            <ac:spMk id="13" creationId="{AFDFD75F-4985-6519-DF6F-6CADB589C107}"/>
          </ac:spMkLst>
        </pc:spChg>
        <pc:grpChg chg="mod">
          <ac:chgData name="Francesco Luciano Cambria" userId="6da4c536-595c-4daa-839e-23373e7117c6" providerId="ADAL" clId="{5901AB58-6267-49BA-AE6C-8338B4FEFF8F}" dt="2024-11-11T15:03:54.153" v="1233" actId="14100"/>
          <ac:grpSpMkLst>
            <pc:docMk/>
            <pc:sldMk cId="3049041775" sldId="282"/>
            <ac:grpSpMk id="8" creationId="{B0515C65-F551-1B72-82C9-2289FED69EF9}"/>
          </ac:grpSpMkLst>
        </pc:grpChg>
      </pc:sldChg>
      <pc:sldChg chg="addSp modSp add mod">
        <pc:chgData name="Francesco Luciano Cambria" userId="6da4c536-595c-4daa-839e-23373e7117c6" providerId="ADAL" clId="{5901AB58-6267-49BA-AE6C-8338B4FEFF8F}" dt="2024-11-11T15:07:49.323" v="1251" actId="1076"/>
        <pc:sldMkLst>
          <pc:docMk/>
          <pc:sldMk cId="1005689079" sldId="283"/>
        </pc:sldMkLst>
        <pc:spChg chg="mod">
          <ac:chgData name="Francesco Luciano Cambria" userId="6da4c536-595c-4daa-839e-23373e7117c6" providerId="ADAL" clId="{5901AB58-6267-49BA-AE6C-8338B4FEFF8F}" dt="2024-11-11T15:07:25.167" v="1246" actId="20577"/>
          <ac:spMkLst>
            <pc:docMk/>
            <pc:sldMk cId="1005689079" sldId="283"/>
            <ac:spMk id="2" creationId="{2648D873-A65B-424E-A6B1-1538DEB73652}"/>
          </ac:spMkLst>
        </pc:spChg>
        <pc:spChg chg="mod">
          <ac:chgData name="Francesco Luciano Cambria" userId="6da4c536-595c-4daa-839e-23373e7117c6" providerId="ADAL" clId="{5901AB58-6267-49BA-AE6C-8338B4FEFF8F}" dt="2024-11-11T15:06:33.850" v="1238" actId="14100"/>
          <ac:spMkLst>
            <pc:docMk/>
            <pc:sldMk cId="1005689079" sldId="283"/>
            <ac:spMk id="10" creationId="{774596DD-7537-8A43-398B-B5A34DE13C45}"/>
          </ac:spMkLst>
        </pc:spChg>
        <pc:spChg chg="mod">
          <ac:chgData name="Francesco Luciano Cambria" userId="6da4c536-595c-4daa-839e-23373e7117c6" providerId="ADAL" clId="{5901AB58-6267-49BA-AE6C-8338B4FEFF8F}" dt="2024-11-11T15:06:33.850" v="1238" actId="14100"/>
          <ac:spMkLst>
            <pc:docMk/>
            <pc:sldMk cId="1005689079" sldId="283"/>
            <ac:spMk id="11" creationId="{14E37399-C2D5-A025-B86D-9E23EA995AB9}"/>
          </ac:spMkLst>
        </pc:spChg>
        <pc:spChg chg="mod">
          <ac:chgData name="Francesco Luciano Cambria" userId="6da4c536-595c-4daa-839e-23373e7117c6" providerId="ADAL" clId="{5901AB58-6267-49BA-AE6C-8338B4FEFF8F}" dt="2024-11-11T15:06:23.285" v="1237"/>
          <ac:spMkLst>
            <pc:docMk/>
            <pc:sldMk cId="1005689079" sldId="283"/>
            <ac:spMk id="13" creationId="{4BF97F7D-7288-CEFA-712E-87C0B413D16B}"/>
          </ac:spMkLst>
        </pc:spChg>
        <pc:grpChg chg="mod">
          <ac:chgData name="Francesco Luciano Cambria" userId="6da4c536-595c-4daa-839e-23373e7117c6" providerId="ADAL" clId="{5901AB58-6267-49BA-AE6C-8338B4FEFF8F}" dt="2024-11-11T15:06:33.850" v="1238" actId="14100"/>
          <ac:grpSpMkLst>
            <pc:docMk/>
            <pc:sldMk cId="1005689079" sldId="283"/>
            <ac:grpSpMk id="8" creationId="{5D2AD5D4-DE2F-3A93-3538-AC28DFDE0163}"/>
          </ac:grpSpMkLst>
        </pc:grpChg>
        <pc:picChg chg="add mod">
          <ac:chgData name="Francesco Luciano Cambria" userId="6da4c536-595c-4daa-839e-23373e7117c6" providerId="ADAL" clId="{5901AB58-6267-49BA-AE6C-8338B4FEFF8F}" dt="2024-11-11T15:07:49.323" v="1251" actId="1076"/>
          <ac:picMkLst>
            <pc:docMk/>
            <pc:sldMk cId="1005689079" sldId="283"/>
            <ac:picMk id="3" creationId="{C6FCD23B-35D5-894E-960F-F8FDB12B9331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08:36.158" v="1253" actId="14100"/>
        <pc:sldMkLst>
          <pc:docMk/>
          <pc:sldMk cId="1825763872" sldId="284"/>
        </pc:sldMkLst>
        <pc:spChg chg="mod">
          <ac:chgData name="Francesco Luciano Cambria" userId="6da4c536-595c-4daa-839e-23373e7117c6" providerId="ADAL" clId="{5901AB58-6267-49BA-AE6C-8338B4FEFF8F}" dt="2024-11-11T15:07:29.531" v="1249" actId="20577"/>
          <ac:spMkLst>
            <pc:docMk/>
            <pc:sldMk cId="1825763872" sldId="284"/>
            <ac:spMk id="2" creationId="{01022DDF-A0DD-1ED3-5EA3-AD7879712A41}"/>
          </ac:spMkLst>
        </pc:spChg>
        <pc:spChg chg="mod">
          <ac:chgData name="Francesco Luciano Cambria" userId="6da4c536-595c-4daa-839e-23373e7117c6" providerId="ADAL" clId="{5901AB58-6267-49BA-AE6C-8338B4FEFF8F}" dt="2024-11-11T15:08:36.158" v="1253" actId="14100"/>
          <ac:spMkLst>
            <pc:docMk/>
            <pc:sldMk cId="1825763872" sldId="284"/>
            <ac:spMk id="10" creationId="{294B8B89-D589-17F2-3B1E-A5EDEB7D6407}"/>
          </ac:spMkLst>
        </pc:spChg>
        <pc:spChg chg="mod">
          <ac:chgData name="Francesco Luciano Cambria" userId="6da4c536-595c-4daa-839e-23373e7117c6" providerId="ADAL" clId="{5901AB58-6267-49BA-AE6C-8338B4FEFF8F}" dt="2024-11-11T15:08:36.158" v="1253" actId="14100"/>
          <ac:spMkLst>
            <pc:docMk/>
            <pc:sldMk cId="1825763872" sldId="284"/>
            <ac:spMk id="11" creationId="{84A5B3D7-4B8B-EE51-87D7-DB7DFDD971E1}"/>
          </ac:spMkLst>
        </pc:spChg>
        <pc:spChg chg="mod">
          <ac:chgData name="Francesco Luciano Cambria" userId="6da4c536-595c-4daa-839e-23373e7117c6" providerId="ADAL" clId="{5901AB58-6267-49BA-AE6C-8338B4FEFF8F}" dt="2024-11-11T15:08:31.357" v="1252"/>
          <ac:spMkLst>
            <pc:docMk/>
            <pc:sldMk cId="1825763872" sldId="284"/>
            <ac:spMk id="13" creationId="{94F67956-7EDD-3CF2-B937-95DB571E6F0A}"/>
          </ac:spMkLst>
        </pc:spChg>
        <pc:grpChg chg="mod">
          <ac:chgData name="Francesco Luciano Cambria" userId="6da4c536-595c-4daa-839e-23373e7117c6" providerId="ADAL" clId="{5901AB58-6267-49BA-AE6C-8338B4FEFF8F}" dt="2024-11-11T15:08:36.158" v="1253" actId="14100"/>
          <ac:grpSpMkLst>
            <pc:docMk/>
            <pc:sldMk cId="1825763872" sldId="284"/>
            <ac:grpSpMk id="8" creationId="{79640E3A-DCA3-59E4-0202-AB6A028A483F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55:33.439" v="1651" actId="20577"/>
        <pc:sldMkLst>
          <pc:docMk/>
          <pc:sldMk cId="455065060" sldId="285"/>
        </pc:sldMkLst>
        <pc:spChg chg="mod">
          <ac:chgData name="Francesco Luciano Cambria" userId="6da4c536-595c-4daa-839e-23373e7117c6" providerId="ADAL" clId="{5901AB58-6267-49BA-AE6C-8338B4FEFF8F}" dt="2024-11-11T15:55:33.439" v="1651" actId="20577"/>
          <ac:spMkLst>
            <pc:docMk/>
            <pc:sldMk cId="455065060" sldId="285"/>
            <ac:spMk id="2" creationId="{8B70F756-CDA1-A87D-FFE1-A31A338F39E9}"/>
          </ac:spMkLst>
        </pc:spChg>
      </pc:sldChg>
      <pc:sldChg chg="modSp add mod">
        <pc:chgData name="Francesco Luciano Cambria" userId="6da4c536-595c-4daa-839e-23373e7117c6" providerId="ADAL" clId="{5901AB58-6267-49BA-AE6C-8338B4FEFF8F}" dt="2024-11-11T15:18:51.192" v="1306" actId="20577"/>
        <pc:sldMkLst>
          <pc:docMk/>
          <pc:sldMk cId="1405701426" sldId="286"/>
        </pc:sldMkLst>
        <pc:spChg chg="mod">
          <ac:chgData name="Francesco Luciano Cambria" userId="6da4c536-595c-4daa-839e-23373e7117c6" providerId="ADAL" clId="{5901AB58-6267-49BA-AE6C-8338B4FEFF8F}" dt="2024-11-11T15:18:48.277" v="1304" actId="20577"/>
          <ac:spMkLst>
            <pc:docMk/>
            <pc:sldMk cId="1405701426" sldId="286"/>
            <ac:spMk id="2" creationId="{C0F373A3-2C2E-4921-02AF-0EE6A9C39761}"/>
          </ac:spMkLst>
        </pc:spChg>
        <pc:spChg chg="mod">
          <ac:chgData name="Francesco Luciano Cambria" userId="6da4c536-595c-4daa-839e-23373e7117c6" providerId="ADAL" clId="{5901AB58-6267-49BA-AE6C-8338B4FEFF8F}" dt="2024-11-11T15:11:59.416" v="1269"/>
          <ac:spMkLst>
            <pc:docMk/>
            <pc:sldMk cId="1405701426" sldId="286"/>
            <ac:spMk id="4" creationId="{AEE093A4-DCFF-A2D3-8B30-2861AC187A55}"/>
          </ac:spMkLst>
        </pc:spChg>
        <pc:spChg chg="mod">
          <ac:chgData name="Francesco Luciano Cambria" userId="6da4c536-595c-4daa-839e-23373e7117c6" providerId="ADAL" clId="{5901AB58-6267-49BA-AE6C-8338B4FEFF8F}" dt="2024-11-11T15:18:51.192" v="1306" actId="20577"/>
          <ac:spMkLst>
            <pc:docMk/>
            <pc:sldMk cId="1405701426" sldId="286"/>
            <ac:spMk id="5" creationId="{E85EF51F-1EC9-3B83-BFC1-769E3A6FD074}"/>
          </ac:spMkLst>
        </pc:spChg>
        <pc:spChg chg="mod">
          <ac:chgData name="Francesco Luciano Cambria" userId="6da4c536-595c-4daa-839e-23373e7117c6" providerId="ADAL" clId="{5901AB58-6267-49BA-AE6C-8338B4FEFF8F}" dt="2024-11-11T15:13:46.759" v="1273" actId="14100"/>
          <ac:spMkLst>
            <pc:docMk/>
            <pc:sldMk cId="1405701426" sldId="286"/>
            <ac:spMk id="6" creationId="{27C3528B-C34F-7F9A-C429-094FB14012F3}"/>
          </ac:spMkLst>
        </pc:spChg>
        <pc:spChg chg="mod">
          <ac:chgData name="Francesco Luciano Cambria" userId="6da4c536-595c-4daa-839e-23373e7117c6" providerId="ADAL" clId="{5901AB58-6267-49BA-AE6C-8338B4FEFF8F}" dt="2024-11-11T15:13:52.551" v="1275" actId="14100"/>
          <ac:spMkLst>
            <pc:docMk/>
            <pc:sldMk cId="1405701426" sldId="286"/>
            <ac:spMk id="9" creationId="{E6F3D708-9F03-3331-2CA2-00B7DBE3B2AA}"/>
          </ac:spMkLst>
        </pc:spChg>
        <pc:spChg chg="mod">
          <ac:chgData name="Francesco Luciano Cambria" userId="6da4c536-595c-4daa-839e-23373e7117c6" providerId="ADAL" clId="{5901AB58-6267-49BA-AE6C-8338B4FEFF8F}" dt="2024-11-11T15:13:24.960" v="1271" actId="14100"/>
          <ac:spMkLst>
            <pc:docMk/>
            <pc:sldMk cId="1405701426" sldId="286"/>
            <ac:spMk id="10" creationId="{2ADE9D72-62B4-A5E0-3072-A915E42BB6F5}"/>
          </ac:spMkLst>
        </pc:spChg>
        <pc:spChg chg="mod">
          <ac:chgData name="Francesco Luciano Cambria" userId="6da4c536-595c-4daa-839e-23373e7117c6" providerId="ADAL" clId="{5901AB58-6267-49BA-AE6C-8338B4FEFF8F}" dt="2024-11-11T15:13:24.960" v="1271" actId="14100"/>
          <ac:spMkLst>
            <pc:docMk/>
            <pc:sldMk cId="1405701426" sldId="286"/>
            <ac:spMk id="11" creationId="{9941B58E-77C0-E901-A10B-C15CDC21E509}"/>
          </ac:spMkLst>
        </pc:spChg>
        <pc:spChg chg="mod">
          <ac:chgData name="Francesco Luciano Cambria" userId="6da4c536-595c-4daa-839e-23373e7117c6" providerId="ADAL" clId="{5901AB58-6267-49BA-AE6C-8338B4FEFF8F}" dt="2024-11-11T15:13:52.551" v="1275" actId="14100"/>
          <ac:spMkLst>
            <pc:docMk/>
            <pc:sldMk cId="1405701426" sldId="286"/>
            <ac:spMk id="12" creationId="{2DF381F7-3C93-9395-C7DD-56B585B732A1}"/>
          </ac:spMkLst>
        </pc:spChg>
        <pc:grpChg chg="mod">
          <ac:chgData name="Francesco Luciano Cambria" userId="6da4c536-595c-4daa-839e-23373e7117c6" providerId="ADAL" clId="{5901AB58-6267-49BA-AE6C-8338B4FEFF8F}" dt="2024-11-11T15:13:52.551" v="1275" actId="14100"/>
          <ac:grpSpMkLst>
            <pc:docMk/>
            <pc:sldMk cId="1405701426" sldId="286"/>
            <ac:grpSpMk id="7" creationId="{0572B46C-8ED8-3226-1D9E-4ACA4586E74A}"/>
          </ac:grpSpMkLst>
        </pc:grpChg>
        <pc:grpChg chg="mod">
          <ac:chgData name="Francesco Luciano Cambria" userId="6da4c536-595c-4daa-839e-23373e7117c6" providerId="ADAL" clId="{5901AB58-6267-49BA-AE6C-8338B4FEFF8F}" dt="2024-11-11T15:13:24.960" v="1271" actId="14100"/>
          <ac:grpSpMkLst>
            <pc:docMk/>
            <pc:sldMk cId="1405701426" sldId="286"/>
            <ac:grpSpMk id="8" creationId="{DABF3A89-263C-EC85-0E66-F4112310D47D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14:42.172" v="1287" actId="403"/>
        <pc:sldMkLst>
          <pc:docMk/>
          <pc:sldMk cId="1530833963" sldId="287"/>
        </pc:sldMkLst>
        <pc:spChg chg="mod">
          <ac:chgData name="Francesco Luciano Cambria" userId="6da4c536-595c-4daa-839e-23373e7117c6" providerId="ADAL" clId="{5901AB58-6267-49BA-AE6C-8338B4FEFF8F}" dt="2024-11-11T15:14:42.172" v="1287" actId="403"/>
          <ac:spMkLst>
            <pc:docMk/>
            <pc:sldMk cId="1530833963" sldId="287"/>
            <ac:spMk id="2" creationId="{00C8C304-1DDC-CBB9-F280-52D3F7B69247}"/>
          </ac:spMkLst>
        </pc:spChg>
      </pc:sldChg>
      <pc:sldChg chg="addSp modSp add">
        <pc:chgData name="Francesco Luciano Cambria" userId="6da4c536-595c-4daa-839e-23373e7117c6" providerId="ADAL" clId="{5901AB58-6267-49BA-AE6C-8338B4FEFF8F}" dt="2024-11-11T15:15:20.473" v="1290" actId="1076"/>
        <pc:sldMkLst>
          <pc:docMk/>
          <pc:sldMk cId="739394795" sldId="288"/>
        </pc:sldMkLst>
        <pc:picChg chg="add mod">
          <ac:chgData name="Francesco Luciano Cambria" userId="6da4c536-595c-4daa-839e-23373e7117c6" providerId="ADAL" clId="{5901AB58-6267-49BA-AE6C-8338B4FEFF8F}" dt="2024-11-11T15:15:20.473" v="1290" actId="1076"/>
          <ac:picMkLst>
            <pc:docMk/>
            <pc:sldMk cId="739394795" sldId="288"/>
            <ac:picMk id="3" creationId="{810AF29B-3DDD-E2AA-F95C-9D50A657BBAC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5:15:45.583" v="1292" actId="1076"/>
        <pc:sldMkLst>
          <pc:docMk/>
          <pc:sldMk cId="1618041602" sldId="289"/>
        </pc:sldMkLst>
        <pc:picChg chg="add mod">
          <ac:chgData name="Francesco Luciano Cambria" userId="6da4c536-595c-4daa-839e-23373e7117c6" providerId="ADAL" clId="{5901AB58-6267-49BA-AE6C-8338B4FEFF8F}" dt="2024-11-11T15:15:45.583" v="1292" actId="1076"/>
          <ac:picMkLst>
            <pc:docMk/>
            <pc:sldMk cId="1618041602" sldId="289"/>
            <ac:picMk id="3" creationId="{5815905E-D901-7B62-DD44-1AEC8252FC3A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5:16:35.622" v="1296" actId="1076"/>
        <pc:sldMkLst>
          <pc:docMk/>
          <pc:sldMk cId="2584569691" sldId="290"/>
        </pc:sldMkLst>
        <pc:picChg chg="add mod">
          <ac:chgData name="Francesco Luciano Cambria" userId="6da4c536-595c-4daa-839e-23373e7117c6" providerId="ADAL" clId="{5901AB58-6267-49BA-AE6C-8338B4FEFF8F}" dt="2024-11-11T15:16:35.622" v="1296" actId="1076"/>
          <ac:picMkLst>
            <pc:docMk/>
            <pc:sldMk cId="2584569691" sldId="290"/>
            <ac:picMk id="3" creationId="{9EC253D5-0E87-E560-F58F-C2CEDC3A5BC0}"/>
          </ac:picMkLst>
        </pc:picChg>
      </pc:sldChg>
      <pc:sldChg chg="add del">
        <pc:chgData name="Francesco Luciano Cambria" userId="6da4c536-595c-4daa-839e-23373e7117c6" providerId="ADAL" clId="{5901AB58-6267-49BA-AE6C-8338B4FEFF8F}" dt="2024-11-11T15:16:39.589" v="1297" actId="47"/>
        <pc:sldMkLst>
          <pc:docMk/>
          <pc:sldMk cId="110981016" sldId="291"/>
        </pc:sldMkLst>
      </pc:sldChg>
      <pc:sldChg chg="addSp modSp add mod">
        <pc:chgData name="Francesco Luciano Cambria" userId="6da4c536-595c-4daa-839e-23373e7117c6" providerId="ADAL" clId="{5901AB58-6267-49BA-AE6C-8338B4FEFF8F}" dt="2024-11-11T15:17:39.511" v="1302" actId="1076"/>
        <pc:sldMkLst>
          <pc:docMk/>
          <pc:sldMk cId="2409582932" sldId="292"/>
        </pc:sldMkLst>
        <pc:spChg chg="add mod">
          <ac:chgData name="Francesco Luciano Cambria" userId="6da4c536-595c-4daa-839e-23373e7117c6" providerId="ADAL" clId="{5901AB58-6267-49BA-AE6C-8338B4FEFF8F}" dt="2024-11-11T15:17:39.511" v="1302" actId="1076"/>
          <ac:spMkLst>
            <pc:docMk/>
            <pc:sldMk cId="2409582932" sldId="292"/>
            <ac:spMk id="7" creationId="{AB121B13-45F7-9FBA-86F0-3EAB3CEF523F}"/>
          </ac:spMkLst>
        </pc:spChg>
        <pc:spChg chg="add mod">
          <ac:chgData name="Francesco Luciano Cambria" userId="6da4c536-595c-4daa-839e-23373e7117c6" providerId="ADAL" clId="{5901AB58-6267-49BA-AE6C-8338B4FEFF8F}" dt="2024-11-11T15:17:39.511" v="1302" actId="1076"/>
          <ac:spMkLst>
            <pc:docMk/>
            <pc:sldMk cId="2409582932" sldId="292"/>
            <ac:spMk id="9" creationId="{91262416-6C37-B4D4-D072-2342BED285D4}"/>
          </ac:spMkLst>
        </pc:spChg>
        <pc:spChg chg="mod">
          <ac:chgData name="Francesco Luciano Cambria" userId="6da4c536-595c-4daa-839e-23373e7117c6" providerId="ADAL" clId="{5901AB58-6267-49BA-AE6C-8338B4FEFF8F}" dt="2024-11-11T15:16:56.841" v="1300" actId="6549"/>
          <ac:spMkLst>
            <pc:docMk/>
            <pc:sldMk cId="2409582932" sldId="292"/>
            <ac:spMk id="13" creationId="{AE24AA4D-F7DF-AADC-987C-EF575805EB04}"/>
          </ac:spMkLst>
        </pc:spChg>
        <pc:grpChg chg="add mod">
          <ac:chgData name="Francesco Luciano Cambria" userId="6da4c536-595c-4daa-839e-23373e7117c6" providerId="ADAL" clId="{5901AB58-6267-49BA-AE6C-8338B4FEFF8F}" dt="2024-11-11T15:17:39.511" v="1302" actId="1076"/>
          <ac:grpSpMkLst>
            <pc:docMk/>
            <pc:sldMk cId="2409582932" sldId="292"/>
            <ac:grpSpMk id="4" creationId="{58B9FCE5-B811-0B42-42F9-171CACB58649}"/>
          </ac:grpSpMkLst>
        </pc:grpChg>
        <pc:grpChg chg="add mod">
          <ac:chgData name="Francesco Luciano Cambria" userId="6da4c536-595c-4daa-839e-23373e7117c6" providerId="ADAL" clId="{5901AB58-6267-49BA-AE6C-8338B4FEFF8F}" dt="2024-11-11T15:17:39.511" v="1302" actId="1076"/>
          <ac:grpSpMkLst>
            <pc:docMk/>
            <pc:sldMk cId="2409582932" sldId="292"/>
            <ac:grpSpMk id="6" creationId="{CCB6569E-81BD-62CD-CFA0-F46112CABB69}"/>
          </ac:grpSpMkLst>
        </pc:grpChg>
        <pc:picChg chg="add mod">
          <ac:chgData name="Francesco Luciano Cambria" userId="6da4c536-595c-4daa-839e-23373e7117c6" providerId="ADAL" clId="{5901AB58-6267-49BA-AE6C-8338B4FEFF8F}" dt="2024-11-11T15:16:54.992" v="1299" actId="1076"/>
          <ac:picMkLst>
            <pc:docMk/>
            <pc:sldMk cId="2409582932" sldId="292"/>
            <ac:picMk id="3" creationId="{0C49553D-0579-B027-3627-94D1B82FF449}"/>
          </ac:picMkLst>
        </pc:picChg>
        <pc:picChg chg="add mod">
          <ac:chgData name="Francesco Luciano Cambria" userId="6da4c536-595c-4daa-839e-23373e7117c6" providerId="ADAL" clId="{5901AB58-6267-49BA-AE6C-8338B4FEFF8F}" dt="2024-11-11T15:17:39.511" v="1302" actId="1076"/>
          <ac:picMkLst>
            <pc:docMk/>
            <pc:sldMk cId="2409582932" sldId="292"/>
            <ac:picMk id="5" creationId="{1C0C1EDD-FDDB-AB52-A171-F3B7594C99A1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5:20:16.642" v="1317" actId="478"/>
        <pc:sldMkLst>
          <pc:docMk/>
          <pc:sldMk cId="2587540853" sldId="293"/>
        </pc:sldMkLst>
        <pc:spChg chg="mod">
          <ac:chgData name="Francesco Luciano Cambria" userId="6da4c536-595c-4daa-839e-23373e7117c6" providerId="ADAL" clId="{5901AB58-6267-49BA-AE6C-8338B4FEFF8F}" dt="2024-11-11T15:18:56.578" v="1309" actId="20577"/>
          <ac:spMkLst>
            <pc:docMk/>
            <pc:sldMk cId="2587540853" sldId="293"/>
            <ac:spMk id="2" creationId="{85CABC0F-C6D9-E6FB-BDD8-CD1581054CC8}"/>
          </ac:spMkLst>
        </pc:spChg>
        <pc:spChg chg="mod">
          <ac:chgData name="Francesco Luciano Cambria" userId="6da4c536-595c-4daa-839e-23373e7117c6" providerId="ADAL" clId="{5901AB58-6267-49BA-AE6C-8338B4FEFF8F}" dt="2024-11-11T15:19:28.623" v="1313" actId="14100"/>
          <ac:spMkLst>
            <pc:docMk/>
            <pc:sldMk cId="2587540853" sldId="293"/>
            <ac:spMk id="10" creationId="{4A1AE943-9A08-5B64-58B5-2FEFF0800937}"/>
          </ac:spMkLst>
        </pc:spChg>
        <pc:spChg chg="mod">
          <ac:chgData name="Francesco Luciano Cambria" userId="6da4c536-595c-4daa-839e-23373e7117c6" providerId="ADAL" clId="{5901AB58-6267-49BA-AE6C-8338B4FEFF8F}" dt="2024-11-11T15:19:28.623" v="1313" actId="14100"/>
          <ac:spMkLst>
            <pc:docMk/>
            <pc:sldMk cId="2587540853" sldId="293"/>
            <ac:spMk id="11" creationId="{E38A3135-FA30-5A31-C6FB-F4102E9B9B42}"/>
          </ac:spMkLst>
        </pc:spChg>
        <pc:spChg chg="mod">
          <ac:chgData name="Francesco Luciano Cambria" userId="6da4c536-595c-4daa-839e-23373e7117c6" providerId="ADAL" clId="{5901AB58-6267-49BA-AE6C-8338B4FEFF8F}" dt="2024-11-11T15:19:25.794" v="1312" actId="14100"/>
          <ac:spMkLst>
            <pc:docMk/>
            <pc:sldMk cId="2587540853" sldId="293"/>
            <ac:spMk id="13" creationId="{5A8F5F35-A44D-AC8D-BCF5-6413EDE28240}"/>
          </ac:spMkLst>
        </pc:spChg>
        <pc:grpChg chg="mod">
          <ac:chgData name="Francesco Luciano Cambria" userId="6da4c536-595c-4daa-839e-23373e7117c6" providerId="ADAL" clId="{5901AB58-6267-49BA-AE6C-8338B4FEFF8F}" dt="2024-11-11T15:19:28.623" v="1313" actId="14100"/>
          <ac:grpSpMkLst>
            <pc:docMk/>
            <pc:sldMk cId="2587540853" sldId="293"/>
            <ac:grpSpMk id="8" creationId="{842C621C-4B2C-C2B3-8E43-8D842FD65C3C}"/>
          </ac:grpSpMkLst>
        </pc:grpChg>
        <pc:picChg chg="add del mod">
          <ac:chgData name="Francesco Luciano Cambria" userId="6da4c536-595c-4daa-839e-23373e7117c6" providerId="ADAL" clId="{5901AB58-6267-49BA-AE6C-8338B4FEFF8F}" dt="2024-11-11T15:20:16.642" v="1317" actId="478"/>
          <ac:picMkLst>
            <pc:docMk/>
            <pc:sldMk cId="2587540853" sldId="293"/>
            <ac:picMk id="3" creationId="{98127E27-4B57-575D-AA02-CD85021F4E3D}"/>
          </ac:picMkLst>
        </pc:picChg>
      </pc:sldChg>
      <pc:sldChg chg="add">
        <pc:chgData name="Francesco Luciano Cambria" userId="6da4c536-595c-4daa-839e-23373e7117c6" providerId="ADAL" clId="{5901AB58-6267-49BA-AE6C-8338B4FEFF8F}" dt="2024-11-11T15:20:11.022" v="1316"/>
        <pc:sldMkLst>
          <pc:docMk/>
          <pc:sldMk cId="433477517" sldId="294"/>
        </pc:sldMkLst>
      </pc:sldChg>
      <pc:sldChg chg="modSp add mod">
        <pc:chgData name="Francesco Luciano Cambria" userId="6da4c536-595c-4daa-839e-23373e7117c6" providerId="ADAL" clId="{5901AB58-6267-49BA-AE6C-8338B4FEFF8F}" dt="2024-11-11T15:24:04.979" v="1354" actId="404"/>
        <pc:sldMkLst>
          <pc:docMk/>
          <pc:sldMk cId="290085764" sldId="295"/>
        </pc:sldMkLst>
        <pc:spChg chg="mod">
          <ac:chgData name="Francesco Luciano Cambria" userId="6da4c536-595c-4daa-839e-23373e7117c6" providerId="ADAL" clId="{5901AB58-6267-49BA-AE6C-8338B4FEFF8F}" dt="2024-11-11T15:24:04.979" v="1354" actId="404"/>
          <ac:spMkLst>
            <pc:docMk/>
            <pc:sldMk cId="290085764" sldId="295"/>
            <ac:spMk id="2" creationId="{669E960A-8A52-D8D8-047B-5D231FCADF48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5:34:14.176" v="1380" actId="1076"/>
        <pc:sldMkLst>
          <pc:docMk/>
          <pc:sldMk cId="1635492085" sldId="296"/>
        </pc:sldMkLst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3" creationId="{21F0F01B-261C-D4B4-DEAC-120EDCB65ECE}"/>
          </ac:spMkLst>
        </pc:spChg>
        <pc:spChg chg="add mod">
          <ac:chgData name="Francesco Luciano Cambria" userId="6da4c536-595c-4daa-839e-23373e7117c6" providerId="ADAL" clId="{5901AB58-6267-49BA-AE6C-8338B4FEFF8F}" dt="2024-11-11T15:34:14.176" v="1380" actId="1076"/>
          <ac:spMkLst>
            <pc:docMk/>
            <pc:sldMk cId="1635492085" sldId="296"/>
            <ac:spMk id="4" creationId="{4A9AE52F-1829-FE40-6B27-7B6F0BFB1BEA}"/>
          </ac:spMkLst>
        </pc:spChg>
        <pc:spChg chg="add mod">
          <ac:chgData name="Francesco Luciano Cambria" userId="6da4c536-595c-4daa-839e-23373e7117c6" providerId="ADAL" clId="{5901AB58-6267-49BA-AE6C-8338B4FEFF8F}" dt="2024-11-11T15:34:08.063" v="1378" actId="1076"/>
          <ac:spMkLst>
            <pc:docMk/>
            <pc:sldMk cId="1635492085" sldId="296"/>
            <ac:spMk id="5" creationId="{615FB79E-2F63-D9A8-6016-3707F30305E3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6" creationId="{0C727BEE-5FB9-A0E6-0138-51877BDF7760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8" creationId="{E45AEEAA-2D1B-FAFC-3323-06E22DCC85CA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9" creationId="{D935C405-C803-F3ED-07A0-9236227CD237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1" creationId="{C1802231-7539-DF93-3977-E020F27A2BC3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3" creationId="{EC4FFC7D-E9DE-2D93-AC01-B0043254AAC9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4" creationId="{3671A1F7-706F-70BE-F766-ADEDD3844B2C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5" creationId="{FC1EEBE4-9457-A87A-E00A-DC6C3D39B7D4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16" creationId="{D232B915-E527-375E-D373-7EF7D4C71E9B}"/>
          </ac:spMkLst>
        </pc:spChg>
        <pc:spChg chg="add mod">
          <ac:chgData name="Francesco Luciano Cambria" userId="6da4c536-595c-4daa-839e-23373e7117c6" providerId="ADAL" clId="{5901AB58-6267-49BA-AE6C-8338B4FEFF8F}" dt="2024-11-11T15:33:59.579" v="1377" actId="1076"/>
          <ac:spMkLst>
            <pc:docMk/>
            <pc:sldMk cId="1635492085" sldId="296"/>
            <ac:spMk id="17" creationId="{F238B86E-1D44-8E27-28E2-AEE45A99781B}"/>
          </ac:spMkLst>
        </pc:spChg>
        <pc:spChg chg="add mod">
          <ac:chgData name="Francesco Luciano Cambria" userId="6da4c536-595c-4daa-839e-23373e7117c6" providerId="ADAL" clId="{5901AB58-6267-49BA-AE6C-8338B4FEFF8F}" dt="2024-11-11T15:34:11.058" v="1379" actId="1076"/>
          <ac:spMkLst>
            <pc:docMk/>
            <pc:sldMk cId="1635492085" sldId="296"/>
            <ac:spMk id="19" creationId="{128D7CEE-5AA2-B0C7-158D-D93AE4B5FD23}"/>
          </ac:spMkLst>
        </pc:spChg>
        <pc:spChg chg="del">
          <ac:chgData name="Francesco Luciano Cambria" userId="6da4c536-595c-4daa-839e-23373e7117c6" providerId="ADAL" clId="{5901AB58-6267-49BA-AE6C-8338B4FEFF8F}" dt="2024-11-11T15:27:55.587" v="1358" actId="478"/>
          <ac:spMkLst>
            <pc:docMk/>
            <pc:sldMk cId="1635492085" sldId="296"/>
            <ac:spMk id="27" creationId="{0CB27A12-2102-3BE6-BE31-E9B468D4326D}"/>
          </ac:spMkLst>
        </pc:spChg>
        <pc:grpChg chg="add mod">
          <ac:chgData name="Francesco Luciano Cambria" userId="6da4c536-595c-4daa-839e-23373e7117c6" providerId="ADAL" clId="{5901AB58-6267-49BA-AE6C-8338B4FEFF8F}" dt="2024-11-11T15:34:11.058" v="1379" actId="1076"/>
          <ac:grpSpMkLst>
            <pc:docMk/>
            <pc:sldMk cId="1635492085" sldId="296"/>
            <ac:grpSpMk id="7" creationId="{3C182FA0-74A5-213B-A500-EFAB4247D950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10" creationId="{504D2318-C1FE-59B7-33CC-D165E4684C93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26" creationId="{956B444C-17ED-F45D-B25B-C473CE39671F}"/>
          </ac:grpSpMkLst>
        </pc:grpChg>
        <pc:grpChg chg="del">
          <ac:chgData name="Francesco Luciano Cambria" userId="6da4c536-595c-4daa-839e-23373e7117c6" providerId="ADAL" clId="{5901AB58-6267-49BA-AE6C-8338B4FEFF8F}" dt="2024-11-11T15:27:58.318" v="1359" actId="478"/>
          <ac:grpSpMkLst>
            <pc:docMk/>
            <pc:sldMk cId="1635492085" sldId="296"/>
            <ac:grpSpMk id="28" creationId="{E8E43FF8-EF08-6C54-47B7-256B6DC33BB3}"/>
          </ac:grpSpMkLst>
        </pc:grpChg>
        <pc:picChg chg="del">
          <ac:chgData name="Francesco Luciano Cambria" userId="6da4c536-595c-4daa-839e-23373e7117c6" providerId="ADAL" clId="{5901AB58-6267-49BA-AE6C-8338B4FEFF8F}" dt="2024-11-11T15:27:58.318" v="1359" actId="478"/>
          <ac:picMkLst>
            <pc:docMk/>
            <pc:sldMk cId="1635492085" sldId="296"/>
            <ac:picMk id="12" creationId="{AD4B567A-7DAA-759E-9FA7-0B514C12695D}"/>
          </ac:picMkLst>
        </pc:picChg>
        <pc:picChg chg="add mod">
          <ac:chgData name="Francesco Luciano Cambria" userId="6da4c536-595c-4daa-839e-23373e7117c6" providerId="ADAL" clId="{5901AB58-6267-49BA-AE6C-8338B4FEFF8F}" dt="2024-11-11T15:34:11.058" v="1379" actId="1076"/>
          <ac:picMkLst>
            <pc:docMk/>
            <pc:sldMk cId="1635492085" sldId="296"/>
            <ac:picMk id="18" creationId="{63A84E22-EDC7-FB11-2B7B-F2807F257F32}"/>
          </ac:picMkLst>
        </pc:picChg>
      </pc:sldChg>
      <pc:sldChg chg="add del">
        <pc:chgData name="Francesco Luciano Cambria" userId="6da4c536-595c-4daa-839e-23373e7117c6" providerId="ADAL" clId="{5901AB58-6267-49BA-AE6C-8338B4FEFF8F}" dt="2024-11-11T15:26:30.298" v="1356"/>
        <pc:sldMkLst>
          <pc:docMk/>
          <pc:sldMk cId="4273461788" sldId="296"/>
        </pc:sldMkLst>
      </pc:sldChg>
      <pc:sldChg chg="addSp delSp modSp add mod">
        <pc:chgData name="Francesco Luciano Cambria" userId="6da4c536-595c-4daa-839e-23373e7117c6" providerId="ADAL" clId="{5901AB58-6267-49BA-AE6C-8338B4FEFF8F}" dt="2024-11-11T15:41:19.881" v="1432"/>
        <pc:sldMkLst>
          <pc:docMk/>
          <pc:sldMk cId="2339429440" sldId="297"/>
        </pc:sldMkLst>
        <pc:spChg chg="mod">
          <ac:chgData name="Francesco Luciano Cambria" userId="6da4c536-595c-4daa-839e-23373e7117c6" providerId="ADAL" clId="{5901AB58-6267-49BA-AE6C-8338B4FEFF8F}" dt="2024-11-11T15:34:26.304" v="1383" actId="1076"/>
          <ac:spMkLst>
            <pc:docMk/>
            <pc:sldMk cId="2339429440" sldId="297"/>
            <ac:spMk id="2" creationId="{D0D8D620-054B-0C46-E7F2-559D13F223EF}"/>
          </ac:spMkLst>
        </pc:spChg>
        <pc:spChg chg="add mod">
          <ac:chgData name="Francesco Luciano Cambria" userId="6da4c536-595c-4daa-839e-23373e7117c6" providerId="ADAL" clId="{5901AB58-6267-49BA-AE6C-8338B4FEFF8F}" dt="2024-11-11T15:37:01.839" v="1387" actId="113"/>
          <ac:spMkLst>
            <pc:docMk/>
            <pc:sldMk cId="2339429440" sldId="297"/>
            <ac:spMk id="3" creationId="{9B071086-6190-0563-B0C7-BD1875CE2169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5" creationId="{2AA8DDBE-59AB-B023-A067-29DD19A06ABD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9" creationId="{51C834FF-C165-21E7-ECA3-775529C059AB}"/>
          </ac:spMkLst>
        </pc:spChg>
        <pc:spChg chg="add mod">
          <ac:chgData name="Francesco Luciano Cambria" userId="6da4c536-595c-4daa-839e-23373e7117c6" providerId="ADAL" clId="{5901AB58-6267-49BA-AE6C-8338B4FEFF8F}" dt="2024-11-11T15:40:21.085" v="1427"/>
          <ac:spMkLst>
            <pc:docMk/>
            <pc:sldMk cId="2339429440" sldId="297"/>
            <ac:spMk id="10" creationId="{5DE6FC48-C2EC-8506-86C7-00685FE33692}"/>
          </ac:spMkLst>
        </pc:spChg>
        <pc:spChg chg="del">
          <ac:chgData name="Francesco Luciano Cambria" userId="6da4c536-595c-4daa-839e-23373e7117c6" providerId="ADAL" clId="{5901AB58-6267-49BA-AE6C-8338B4FEFF8F}" dt="2024-11-11T15:34:23.235" v="1381" actId="478"/>
          <ac:spMkLst>
            <pc:docMk/>
            <pc:sldMk cId="2339429440" sldId="297"/>
            <ac:spMk id="13" creationId="{1A09EC1C-F04F-CD11-9D5B-F8EC0DD4884D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7" creationId="{1E190768-22A6-657E-663F-CBA518D72B4D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8" creationId="{2F6EFC79-1D7D-587B-97CA-164DF9B34FE0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19" creationId="{B1389350-6762-1229-EC83-7195A9C3C785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20" creationId="{F445BD91-4472-5DE6-64D9-7525CB6678A1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21" creationId="{EF9F34DE-7A6E-0ABC-D5F8-8147A2BDEEF9}"/>
          </ac:spMkLst>
        </pc:spChg>
        <pc:spChg chg="del">
          <ac:chgData name="Francesco Luciano Cambria" userId="6da4c536-595c-4daa-839e-23373e7117c6" providerId="ADAL" clId="{5901AB58-6267-49BA-AE6C-8338B4FEFF8F}" dt="2024-11-11T15:34:29.261" v="1384" actId="478"/>
          <ac:spMkLst>
            <pc:docMk/>
            <pc:sldMk cId="2339429440" sldId="297"/>
            <ac:spMk id="30" creationId="{D18271EA-0F4C-E6B8-4438-14E35B07CB6D}"/>
          </ac:spMkLst>
        </pc:spChg>
        <pc:spChg chg="add mod">
          <ac:chgData name="Francesco Luciano Cambria" userId="6da4c536-595c-4daa-839e-23373e7117c6" providerId="ADAL" clId="{5901AB58-6267-49BA-AE6C-8338B4FEFF8F}" dt="2024-11-11T15:40:53.274" v="1429" actId="1076"/>
          <ac:spMkLst>
            <pc:docMk/>
            <pc:sldMk cId="2339429440" sldId="297"/>
            <ac:spMk id="31" creationId="{095197EC-94DE-4751-E132-CCA825BCDFEB}"/>
          </ac:spMkLst>
        </pc:spChg>
        <pc:spChg chg="add mod">
          <ac:chgData name="Francesco Luciano Cambria" userId="6da4c536-595c-4daa-839e-23373e7117c6" providerId="ADAL" clId="{5901AB58-6267-49BA-AE6C-8338B4FEFF8F}" dt="2024-11-11T15:40:53.274" v="1429" actId="1076"/>
          <ac:spMkLst>
            <pc:docMk/>
            <pc:sldMk cId="2339429440" sldId="297"/>
            <ac:spMk id="32" creationId="{2D4E40E9-016C-5CAB-94B1-7DBAEFAF4DB8}"/>
          </ac:spMkLst>
        </pc:spChg>
        <pc:spChg chg="add mod">
          <ac:chgData name="Francesco Luciano Cambria" userId="6da4c536-595c-4daa-839e-23373e7117c6" providerId="ADAL" clId="{5901AB58-6267-49BA-AE6C-8338B4FEFF8F}" dt="2024-11-11T15:41:19.881" v="1432"/>
          <ac:spMkLst>
            <pc:docMk/>
            <pc:sldMk cId="2339429440" sldId="297"/>
            <ac:spMk id="34" creationId="{095197EC-94DE-4751-E132-CCA825BCDFEB}"/>
          </ac:spMkLst>
        </pc:spChg>
        <pc:spChg chg="add mod">
          <ac:chgData name="Francesco Luciano Cambria" userId="6da4c536-595c-4daa-839e-23373e7117c6" providerId="ADAL" clId="{5901AB58-6267-49BA-AE6C-8338B4FEFF8F}" dt="2024-11-11T15:41:19.881" v="1432"/>
          <ac:spMkLst>
            <pc:docMk/>
            <pc:sldMk cId="2339429440" sldId="297"/>
            <ac:spMk id="35" creationId="{2D4E40E9-016C-5CAB-94B1-7DBAEFAF4DB8}"/>
          </ac:spMkLst>
        </pc:spChg>
        <pc:grpChg chg="del">
          <ac:chgData name="Francesco Luciano Cambria" userId="6da4c536-595c-4daa-839e-23373e7117c6" providerId="ADAL" clId="{5901AB58-6267-49BA-AE6C-8338B4FEFF8F}" dt="2024-11-11T15:34:29.261" v="1384" actId="478"/>
          <ac:grpSpMkLst>
            <pc:docMk/>
            <pc:sldMk cId="2339429440" sldId="297"/>
            <ac:grpSpMk id="22" creationId="{A5BA8330-6700-F13F-5132-B04D0E2BCA17}"/>
          </ac:grpSpMkLst>
        </pc:grpChg>
        <pc:grpChg chg="del">
          <ac:chgData name="Francesco Luciano Cambria" userId="6da4c536-595c-4daa-839e-23373e7117c6" providerId="ADAL" clId="{5901AB58-6267-49BA-AE6C-8338B4FEFF8F}" dt="2024-11-11T15:34:29.261" v="1384" actId="478"/>
          <ac:grpSpMkLst>
            <pc:docMk/>
            <pc:sldMk cId="2339429440" sldId="297"/>
            <ac:grpSpMk id="23" creationId="{1041713F-E43F-0841-5994-B4F52FE372B4}"/>
          </ac:grpSpMkLst>
        </pc:grpChg>
        <pc:picChg chg="add mod">
          <ac:chgData name="Francesco Luciano Cambria" userId="6da4c536-595c-4daa-839e-23373e7117c6" providerId="ADAL" clId="{5901AB58-6267-49BA-AE6C-8338B4FEFF8F}" dt="2024-11-11T15:37:19.068" v="1393" actId="1076"/>
          <ac:picMkLst>
            <pc:docMk/>
            <pc:sldMk cId="2339429440" sldId="297"/>
            <ac:picMk id="4" creationId="{5DA383CE-1D97-29E9-E07E-C96BD55FABDF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6" creationId="{33020704-B5C2-3C36-366C-495677064E91}"/>
          </ac:picMkLst>
        </pc:picChg>
        <pc:picChg chg="add mod">
          <ac:chgData name="Francesco Luciano Cambria" userId="6da4c536-595c-4daa-839e-23373e7117c6" providerId="ADAL" clId="{5901AB58-6267-49BA-AE6C-8338B4FEFF8F}" dt="2024-11-11T15:39:00.193" v="1395"/>
          <ac:picMkLst>
            <pc:docMk/>
            <pc:sldMk cId="2339429440" sldId="297"/>
            <ac:picMk id="7" creationId="{5DA383CE-1D97-29E9-E07E-C96BD55FABDF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11" creationId="{D7106E8B-FB21-E46E-5807-D81762C60A59}"/>
          </ac:picMkLst>
        </pc:picChg>
        <pc:picChg chg="add mod">
          <ac:chgData name="Francesco Luciano Cambria" userId="6da4c536-595c-4daa-839e-23373e7117c6" providerId="ADAL" clId="{5901AB58-6267-49BA-AE6C-8338B4FEFF8F}" dt="2024-11-11T15:40:58.571" v="1430" actId="1076"/>
          <ac:picMkLst>
            <pc:docMk/>
            <pc:sldMk cId="2339429440" sldId="297"/>
            <ac:picMk id="12" creationId="{B4FBC64B-C728-521D-7EB4-9CF1D639461D}"/>
          </ac:picMkLst>
        </pc:picChg>
        <pc:picChg chg="del">
          <ac:chgData name="Francesco Luciano Cambria" userId="6da4c536-595c-4daa-839e-23373e7117c6" providerId="ADAL" clId="{5901AB58-6267-49BA-AE6C-8338B4FEFF8F}" dt="2024-11-11T15:34:23.235" v="1381" actId="478"/>
          <ac:picMkLst>
            <pc:docMk/>
            <pc:sldMk cId="2339429440" sldId="297"/>
            <ac:picMk id="14" creationId="{9D1989DD-D1B2-F042-B50E-D0FD6730E7AA}"/>
          </ac:picMkLst>
        </pc:picChg>
        <pc:picChg chg="add mod">
          <ac:chgData name="Francesco Luciano Cambria" userId="6da4c536-595c-4daa-839e-23373e7117c6" providerId="ADAL" clId="{5901AB58-6267-49BA-AE6C-8338B4FEFF8F}" dt="2024-11-11T15:40:03.509" v="1425" actId="1076"/>
          <ac:picMkLst>
            <pc:docMk/>
            <pc:sldMk cId="2339429440" sldId="297"/>
            <ac:picMk id="15" creationId="{E20CEEE3-9EE1-3EAA-C5F0-B5F543839A99}"/>
          </ac:picMkLst>
        </pc:picChg>
        <pc:picChg chg="add mod">
          <ac:chgData name="Francesco Luciano Cambria" userId="6da4c536-595c-4daa-839e-23373e7117c6" providerId="ADAL" clId="{5901AB58-6267-49BA-AE6C-8338B4FEFF8F}" dt="2024-11-11T15:40:53.274" v="1429" actId="1076"/>
          <ac:picMkLst>
            <pc:docMk/>
            <pc:sldMk cId="2339429440" sldId="297"/>
            <ac:picMk id="16" creationId="{58A67D63-1CF2-ED3B-91DD-485118F9A605}"/>
          </ac:picMkLst>
        </pc:picChg>
        <pc:picChg chg="add mod">
          <ac:chgData name="Francesco Luciano Cambria" userId="6da4c536-595c-4daa-839e-23373e7117c6" providerId="ADAL" clId="{5901AB58-6267-49BA-AE6C-8338B4FEFF8F}" dt="2024-11-11T15:41:19.881" v="1432"/>
          <ac:picMkLst>
            <pc:docMk/>
            <pc:sldMk cId="2339429440" sldId="297"/>
            <ac:picMk id="33" creationId="{58A67D63-1CF2-ED3B-91DD-485118F9A605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5:42:04.165" v="1437"/>
        <pc:sldMkLst>
          <pc:docMk/>
          <pc:sldMk cId="4145392965" sldId="298"/>
        </pc:sldMkLst>
        <pc:spChg chg="mod">
          <ac:chgData name="Francesco Luciano Cambria" userId="6da4c536-595c-4daa-839e-23373e7117c6" providerId="ADAL" clId="{5901AB58-6267-49BA-AE6C-8338B4FEFF8F}" dt="2024-11-11T15:41:41.210" v="1436" actId="20577"/>
          <ac:spMkLst>
            <pc:docMk/>
            <pc:sldMk cId="4145392965" sldId="298"/>
            <ac:spMk id="2" creationId="{D4A0D590-3F73-E95F-90CE-D2E12EF1EBE1}"/>
          </ac:spMkLst>
        </pc:spChg>
        <pc:spChg chg="mod">
          <ac:chgData name="Francesco Luciano Cambria" userId="6da4c536-595c-4daa-839e-23373e7117c6" providerId="ADAL" clId="{5901AB58-6267-49BA-AE6C-8338B4FEFF8F}" dt="2024-11-11T15:42:04.165" v="1437"/>
          <ac:spMkLst>
            <pc:docMk/>
            <pc:sldMk cId="4145392965" sldId="298"/>
            <ac:spMk id="13" creationId="{20E6AF4A-62B3-1586-B888-8F840A3DB28C}"/>
          </ac:spMkLst>
        </pc:spChg>
      </pc:sldChg>
      <pc:sldChg chg="modSp add mod">
        <pc:chgData name="Francesco Luciano Cambria" userId="6da4c536-595c-4daa-839e-23373e7117c6" providerId="ADAL" clId="{5901AB58-6267-49BA-AE6C-8338B4FEFF8F}" dt="2024-11-11T15:43:27.537" v="1459" actId="20577"/>
        <pc:sldMkLst>
          <pc:docMk/>
          <pc:sldMk cId="3133206443" sldId="299"/>
        </pc:sldMkLst>
        <pc:spChg chg="mod">
          <ac:chgData name="Francesco Luciano Cambria" userId="6da4c536-595c-4daa-839e-23373e7117c6" providerId="ADAL" clId="{5901AB58-6267-49BA-AE6C-8338B4FEFF8F}" dt="2024-11-11T15:42:16.684" v="1439" actId="20577"/>
          <ac:spMkLst>
            <pc:docMk/>
            <pc:sldMk cId="3133206443" sldId="299"/>
            <ac:spMk id="2" creationId="{096CE5F3-B021-4F06-5186-1F04130ED2B0}"/>
          </ac:spMkLst>
        </pc:spChg>
        <pc:spChg chg="mod">
          <ac:chgData name="Francesco Luciano Cambria" userId="6da4c536-595c-4daa-839e-23373e7117c6" providerId="ADAL" clId="{5901AB58-6267-49BA-AE6C-8338B4FEFF8F}" dt="2024-11-11T15:42:51.909" v="1442" actId="14100"/>
          <ac:spMkLst>
            <pc:docMk/>
            <pc:sldMk cId="3133206443" sldId="299"/>
            <ac:spMk id="10" creationId="{AC41CE68-30DB-0B9F-FB50-D547F2EF2012}"/>
          </ac:spMkLst>
        </pc:spChg>
        <pc:spChg chg="mod">
          <ac:chgData name="Francesco Luciano Cambria" userId="6da4c536-595c-4daa-839e-23373e7117c6" providerId="ADAL" clId="{5901AB58-6267-49BA-AE6C-8338B4FEFF8F}" dt="2024-11-11T15:42:51.909" v="1442" actId="14100"/>
          <ac:spMkLst>
            <pc:docMk/>
            <pc:sldMk cId="3133206443" sldId="299"/>
            <ac:spMk id="11" creationId="{73EE6DC5-B6E2-8308-CBF6-FEE957D3567C}"/>
          </ac:spMkLst>
        </pc:spChg>
        <pc:spChg chg="mod">
          <ac:chgData name="Francesco Luciano Cambria" userId="6da4c536-595c-4daa-839e-23373e7117c6" providerId="ADAL" clId="{5901AB58-6267-49BA-AE6C-8338B4FEFF8F}" dt="2024-11-11T15:43:27.537" v="1459" actId="20577"/>
          <ac:spMkLst>
            <pc:docMk/>
            <pc:sldMk cId="3133206443" sldId="299"/>
            <ac:spMk id="13" creationId="{CE8BC742-E6C9-2CA7-BD15-D11564D08C78}"/>
          </ac:spMkLst>
        </pc:spChg>
        <pc:grpChg chg="mod">
          <ac:chgData name="Francesco Luciano Cambria" userId="6da4c536-595c-4daa-839e-23373e7117c6" providerId="ADAL" clId="{5901AB58-6267-49BA-AE6C-8338B4FEFF8F}" dt="2024-11-11T15:42:51.909" v="1442" actId="14100"/>
          <ac:grpSpMkLst>
            <pc:docMk/>
            <pc:sldMk cId="3133206443" sldId="299"/>
            <ac:grpSpMk id="8" creationId="{DD10E242-4151-15DF-F674-5604839C92B9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46:48.625" v="1464" actId="20577"/>
        <pc:sldMkLst>
          <pc:docMk/>
          <pc:sldMk cId="2348029788" sldId="300"/>
        </pc:sldMkLst>
        <pc:spChg chg="mod">
          <ac:chgData name="Francesco Luciano Cambria" userId="6da4c536-595c-4daa-839e-23373e7117c6" providerId="ADAL" clId="{5901AB58-6267-49BA-AE6C-8338B4FEFF8F}" dt="2024-11-11T15:46:41.022" v="1461" actId="20577"/>
          <ac:spMkLst>
            <pc:docMk/>
            <pc:sldMk cId="2348029788" sldId="300"/>
            <ac:spMk id="2" creationId="{9E1A9338-2086-B39F-CE45-87192F9E836E}"/>
          </ac:spMkLst>
        </pc:spChg>
        <pc:spChg chg="mod">
          <ac:chgData name="Francesco Luciano Cambria" userId="6da4c536-595c-4daa-839e-23373e7117c6" providerId="ADAL" clId="{5901AB58-6267-49BA-AE6C-8338B4FEFF8F}" dt="2024-11-11T15:46:48.625" v="1464" actId="20577"/>
          <ac:spMkLst>
            <pc:docMk/>
            <pc:sldMk cId="2348029788" sldId="300"/>
            <ac:spMk id="13" creationId="{AB94F99E-2A1D-5C9D-4F86-C7AA36DB2A05}"/>
          </ac:spMkLst>
        </pc:spChg>
      </pc:sldChg>
      <pc:sldChg chg="addSp delSp modSp add mod">
        <pc:chgData name="Francesco Luciano Cambria" userId="6da4c536-595c-4daa-839e-23373e7117c6" providerId="ADAL" clId="{5901AB58-6267-49BA-AE6C-8338B4FEFF8F}" dt="2024-11-11T15:49:10.335" v="1567" actId="1076"/>
        <pc:sldMkLst>
          <pc:docMk/>
          <pc:sldMk cId="1116164161" sldId="301"/>
        </pc:sldMkLst>
        <pc:spChg chg="mod">
          <ac:chgData name="Francesco Luciano Cambria" userId="6da4c536-595c-4daa-839e-23373e7117c6" providerId="ADAL" clId="{5901AB58-6267-49BA-AE6C-8338B4FEFF8F}" dt="2024-11-11T15:47:06.945" v="1466" actId="20577"/>
          <ac:spMkLst>
            <pc:docMk/>
            <pc:sldMk cId="1116164161" sldId="301"/>
            <ac:spMk id="2" creationId="{27127B7C-9209-845E-20EC-C26FBC94DD36}"/>
          </ac:spMkLst>
        </pc:spChg>
        <pc:spChg chg="add mod">
          <ac:chgData name="Francesco Luciano Cambria" userId="6da4c536-595c-4daa-839e-23373e7117c6" providerId="ADAL" clId="{5901AB58-6267-49BA-AE6C-8338B4FEFF8F}" dt="2024-11-11T15:49:10.335" v="1567" actId="1076"/>
          <ac:spMkLst>
            <pc:docMk/>
            <pc:sldMk cId="1116164161" sldId="301"/>
            <ac:spMk id="4" creationId="{11D8F331-C789-7E05-1DD4-3F76B2D8FF40}"/>
          </ac:spMkLst>
        </pc:spChg>
        <pc:spChg chg="add mod">
          <ac:chgData name="Francesco Luciano Cambria" userId="6da4c536-595c-4daa-839e-23373e7117c6" providerId="ADAL" clId="{5901AB58-6267-49BA-AE6C-8338B4FEFF8F}" dt="2024-11-11T15:49:10.335" v="1567" actId="1076"/>
          <ac:spMkLst>
            <pc:docMk/>
            <pc:sldMk cId="1116164161" sldId="301"/>
            <ac:spMk id="5" creationId="{2A39B409-0066-0C61-2717-99723E5E7BB6}"/>
          </ac:spMkLst>
        </pc:spChg>
        <pc:spChg chg="mod">
          <ac:chgData name="Francesco Luciano Cambria" userId="6da4c536-595c-4daa-839e-23373e7117c6" providerId="ADAL" clId="{5901AB58-6267-49BA-AE6C-8338B4FEFF8F}" dt="2024-11-11T15:49:02.035" v="1566" actId="14100"/>
          <ac:spMkLst>
            <pc:docMk/>
            <pc:sldMk cId="1116164161" sldId="301"/>
            <ac:spMk id="10" creationId="{08CD03B6-5BFA-F924-4978-44388F082AE4}"/>
          </ac:spMkLst>
        </pc:spChg>
        <pc:spChg chg="mod">
          <ac:chgData name="Francesco Luciano Cambria" userId="6da4c536-595c-4daa-839e-23373e7117c6" providerId="ADAL" clId="{5901AB58-6267-49BA-AE6C-8338B4FEFF8F}" dt="2024-11-11T15:49:02.035" v="1566" actId="14100"/>
          <ac:spMkLst>
            <pc:docMk/>
            <pc:sldMk cId="1116164161" sldId="301"/>
            <ac:spMk id="11" creationId="{3A2F879D-F9AA-459A-A40E-E4ECFD1B954F}"/>
          </ac:spMkLst>
        </pc:spChg>
        <pc:spChg chg="mod">
          <ac:chgData name="Francesco Luciano Cambria" userId="6da4c536-595c-4daa-839e-23373e7117c6" providerId="ADAL" clId="{5901AB58-6267-49BA-AE6C-8338B4FEFF8F}" dt="2024-11-11T15:48:55.818" v="1565" actId="20577"/>
          <ac:spMkLst>
            <pc:docMk/>
            <pc:sldMk cId="1116164161" sldId="301"/>
            <ac:spMk id="13" creationId="{95383F3D-8DBC-76CA-DBAD-053B0118F1AB}"/>
          </ac:spMkLst>
        </pc:spChg>
        <pc:grpChg chg="mod">
          <ac:chgData name="Francesco Luciano Cambria" userId="6da4c536-595c-4daa-839e-23373e7117c6" providerId="ADAL" clId="{5901AB58-6267-49BA-AE6C-8338B4FEFF8F}" dt="2024-11-11T15:49:02.035" v="1566" actId="14100"/>
          <ac:grpSpMkLst>
            <pc:docMk/>
            <pc:sldMk cId="1116164161" sldId="301"/>
            <ac:grpSpMk id="8" creationId="{08B0046C-B1C2-2A19-E772-87831182110B}"/>
          </ac:grpSpMkLst>
        </pc:grpChg>
        <pc:picChg chg="del">
          <ac:chgData name="Francesco Luciano Cambria" userId="6da4c536-595c-4daa-839e-23373e7117c6" providerId="ADAL" clId="{5901AB58-6267-49BA-AE6C-8338B4FEFF8F}" dt="2024-11-11T15:47:30.521" v="1470" actId="478"/>
          <ac:picMkLst>
            <pc:docMk/>
            <pc:sldMk cId="1116164161" sldId="301"/>
            <ac:picMk id="3" creationId="{C4C07379-E00F-E5AE-E941-D8670304C5BE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5:52:44.050" v="1602" actId="14100"/>
        <pc:sldMkLst>
          <pc:docMk/>
          <pc:sldMk cId="2326723457" sldId="302"/>
        </pc:sldMkLst>
        <pc:spChg chg="mod">
          <ac:chgData name="Francesco Luciano Cambria" userId="6da4c536-595c-4daa-839e-23373e7117c6" providerId="ADAL" clId="{5901AB58-6267-49BA-AE6C-8338B4FEFF8F}" dt="2024-11-11T15:47:35.621" v="1474" actId="20577"/>
          <ac:spMkLst>
            <pc:docMk/>
            <pc:sldMk cId="2326723457" sldId="302"/>
            <ac:spMk id="2" creationId="{E769B357-2694-2C42-74F6-74DA1D6520A2}"/>
          </ac:spMkLst>
        </pc:spChg>
        <pc:spChg chg="mod">
          <ac:chgData name="Francesco Luciano Cambria" userId="6da4c536-595c-4daa-839e-23373e7117c6" providerId="ADAL" clId="{5901AB58-6267-49BA-AE6C-8338B4FEFF8F}" dt="2024-11-11T15:52:44.050" v="1602" actId="14100"/>
          <ac:spMkLst>
            <pc:docMk/>
            <pc:sldMk cId="2326723457" sldId="302"/>
            <ac:spMk id="10" creationId="{E6E2CF10-FAD3-8C21-84F1-93DE05ED59FF}"/>
          </ac:spMkLst>
        </pc:spChg>
        <pc:spChg chg="mod">
          <ac:chgData name="Francesco Luciano Cambria" userId="6da4c536-595c-4daa-839e-23373e7117c6" providerId="ADAL" clId="{5901AB58-6267-49BA-AE6C-8338B4FEFF8F}" dt="2024-11-11T15:52:44.050" v="1602" actId="14100"/>
          <ac:spMkLst>
            <pc:docMk/>
            <pc:sldMk cId="2326723457" sldId="302"/>
            <ac:spMk id="11" creationId="{C7884243-8E37-5477-E01D-4FC19C183EC4}"/>
          </ac:spMkLst>
        </pc:spChg>
        <pc:spChg chg="mod">
          <ac:chgData name="Francesco Luciano Cambria" userId="6da4c536-595c-4daa-839e-23373e7117c6" providerId="ADAL" clId="{5901AB58-6267-49BA-AE6C-8338B4FEFF8F}" dt="2024-11-11T15:52:36.686" v="1600" actId="14100"/>
          <ac:spMkLst>
            <pc:docMk/>
            <pc:sldMk cId="2326723457" sldId="302"/>
            <ac:spMk id="13" creationId="{81289344-5689-C2C3-1458-AC487D541D64}"/>
          </ac:spMkLst>
        </pc:spChg>
        <pc:grpChg chg="mod">
          <ac:chgData name="Francesco Luciano Cambria" userId="6da4c536-595c-4daa-839e-23373e7117c6" providerId="ADAL" clId="{5901AB58-6267-49BA-AE6C-8338B4FEFF8F}" dt="2024-11-11T15:52:44.050" v="1602" actId="14100"/>
          <ac:grpSpMkLst>
            <pc:docMk/>
            <pc:sldMk cId="2326723457" sldId="302"/>
            <ac:grpSpMk id="8" creationId="{3EA27B1E-6C47-C17B-641D-516ECE83B0D3}"/>
          </ac:grpSpMkLst>
        </pc:grpChg>
        <pc:picChg chg="add mod">
          <ac:chgData name="Francesco Luciano Cambria" userId="6da4c536-595c-4daa-839e-23373e7117c6" providerId="ADAL" clId="{5901AB58-6267-49BA-AE6C-8338B4FEFF8F}" dt="2024-11-11T15:52:39.346" v="1601" actId="1076"/>
          <ac:picMkLst>
            <pc:docMk/>
            <pc:sldMk cId="2326723457" sldId="302"/>
            <ac:picMk id="3" creationId="{18991AAD-59CC-7924-B102-91139D2D30E0}"/>
          </ac:picMkLst>
        </pc:picChg>
      </pc:sldChg>
      <pc:sldChg chg="modSp add del mod">
        <pc:chgData name="Francesco Luciano Cambria" userId="6da4c536-595c-4daa-839e-23373e7117c6" providerId="ADAL" clId="{5901AB58-6267-49BA-AE6C-8338B4FEFF8F}" dt="2024-11-11T15:56:01.002" v="1687" actId="47"/>
        <pc:sldMkLst>
          <pc:docMk/>
          <pc:sldMk cId="2956844341" sldId="303"/>
        </pc:sldMkLst>
        <pc:spChg chg="mod">
          <ac:chgData name="Francesco Luciano Cambria" userId="6da4c536-595c-4daa-839e-23373e7117c6" providerId="ADAL" clId="{5901AB58-6267-49BA-AE6C-8338B4FEFF8F}" dt="2024-11-11T15:53:23.469" v="1606" actId="14100"/>
          <ac:spMkLst>
            <pc:docMk/>
            <pc:sldMk cId="2956844341" sldId="303"/>
            <ac:spMk id="10" creationId="{ACA9B010-6E7C-2CFD-8A7F-2EC1D05C423D}"/>
          </ac:spMkLst>
        </pc:spChg>
        <pc:spChg chg="mod">
          <ac:chgData name="Francesco Luciano Cambria" userId="6da4c536-595c-4daa-839e-23373e7117c6" providerId="ADAL" clId="{5901AB58-6267-49BA-AE6C-8338B4FEFF8F}" dt="2024-11-11T15:53:23.469" v="1606" actId="14100"/>
          <ac:spMkLst>
            <pc:docMk/>
            <pc:sldMk cId="2956844341" sldId="303"/>
            <ac:spMk id="11" creationId="{17AA1BBF-FC74-4CB7-5FE1-B758BFAD0679}"/>
          </ac:spMkLst>
        </pc:spChg>
        <pc:spChg chg="mod">
          <ac:chgData name="Francesco Luciano Cambria" userId="6da4c536-595c-4daa-839e-23373e7117c6" providerId="ADAL" clId="{5901AB58-6267-49BA-AE6C-8338B4FEFF8F}" dt="2024-11-11T15:53:19.312" v="1605" actId="14100"/>
          <ac:spMkLst>
            <pc:docMk/>
            <pc:sldMk cId="2956844341" sldId="303"/>
            <ac:spMk id="13" creationId="{5F92FC02-EBE3-4472-8344-0D394FA485B2}"/>
          </ac:spMkLst>
        </pc:spChg>
        <pc:grpChg chg="mod">
          <ac:chgData name="Francesco Luciano Cambria" userId="6da4c536-595c-4daa-839e-23373e7117c6" providerId="ADAL" clId="{5901AB58-6267-49BA-AE6C-8338B4FEFF8F}" dt="2024-11-11T15:53:23.469" v="1606" actId="14100"/>
          <ac:grpSpMkLst>
            <pc:docMk/>
            <pc:sldMk cId="2956844341" sldId="303"/>
            <ac:grpSpMk id="8" creationId="{4D37C2CC-7F9E-07F6-E9AB-32098C2B21D5}"/>
          </ac:grpSpMkLst>
        </pc:grpChg>
      </pc:sldChg>
      <pc:sldChg chg="modSp add mod">
        <pc:chgData name="Francesco Luciano Cambria" userId="6da4c536-595c-4daa-839e-23373e7117c6" providerId="ADAL" clId="{5901AB58-6267-49BA-AE6C-8338B4FEFF8F}" dt="2024-11-11T15:55:52.257" v="1686" actId="404"/>
        <pc:sldMkLst>
          <pc:docMk/>
          <pc:sldMk cId="2709706425" sldId="304"/>
        </pc:sldMkLst>
        <pc:spChg chg="mod">
          <ac:chgData name="Francesco Luciano Cambria" userId="6da4c536-595c-4daa-839e-23373e7117c6" providerId="ADAL" clId="{5901AB58-6267-49BA-AE6C-8338B4FEFF8F}" dt="2024-11-11T15:55:52.257" v="1686" actId="404"/>
          <ac:spMkLst>
            <pc:docMk/>
            <pc:sldMk cId="2709706425" sldId="304"/>
            <ac:spMk id="2" creationId="{28ABCB8C-B099-C82A-3821-B30026A0620F}"/>
          </ac:spMkLst>
        </pc:spChg>
      </pc:sldChg>
      <pc:sldChg chg="addSp modSp add mod">
        <pc:chgData name="Francesco Luciano Cambria" userId="6da4c536-595c-4daa-839e-23373e7117c6" providerId="ADAL" clId="{5901AB58-6267-49BA-AE6C-8338B4FEFF8F}" dt="2024-11-11T16:14:10.540" v="1880" actId="20577"/>
        <pc:sldMkLst>
          <pc:docMk/>
          <pc:sldMk cId="3164427357" sldId="305"/>
        </pc:sldMkLst>
        <pc:spChg chg="mod">
          <ac:chgData name="Francesco Luciano Cambria" userId="6da4c536-595c-4daa-839e-23373e7117c6" providerId="ADAL" clId="{5901AB58-6267-49BA-AE6C-8338B4FEFF8F}" dt="2024-11-11T16:14:08.086" v="1878" actId="20577"/>
          <ac:spMkLst>
            <pc:docMk/>
            <pc:sldMk cId="3164427357" sldId="305"/>
            <ac:spMk id="2" creationId="{753F0444-00B7-DD88-D05F-9DC922D54B3D}"/>
          </ac:spMkLst>
        </pc:spChg>
        <pc:spChg chg="mod">
          <ac:chgData name="Francesco Luciano Cambria" userId="6da4c536-595c-4daa-839e-23373e7117c6" providerId="ADAL" clId="{5901AB58-6267-49BA-AE6C-8338B4FEFF8F}" dt="2024-11-11T15:57:39.168" v="1706" actId="20577"/>
          <ac:spMkLst>
            <pc:docMk/>
            <pc:sldMk cId="3164427357" sldId="305"/>
            <ac:spMk id="4" creationId="{919FD11D-2901-4D10-E26B-7902F8828D49}"/>
          </ac:spMkLst>
        </pc:spChg>
        <pc:spChg chg="mod">
          <ac:chgData name="Francesco Luciano Cambria" userId="6da4c536-595c-4daa-839e-23373e7117c6" providerId="ADAL" clId="{5901AB58-6267-49BA-AE6C-8338B4FEFF8F}" dt="2024-11-11T16:14:10.540" v="1880" actId="20577"/>
          <ac:spMkLst>
            <pc:docMk/>
            <pc:sldMk cId="3164427357" sldId="305"/>
            <ac:spMk id="5" creationId="{A1D47ABD-8FC6-12E7-6460-2F76867897E5}"/>
          </ac:spMkLst>
        </pc:spChg>
        <pc:spChg chg="mod">
          <ac:chgData name="Francesco Luciano Cambria" userId="6da4c536-595c-4daa-839e-23373e7117c6" providerId="ADAL" clId="{5901AB58-6267-49BA-AE6C-8338B4FEFF8F}" dt="2024-11-11T15:58:41.521" v="1712" actId="14100"/>
          <ac:spMkLst>
            <pc:docMk/>
            <pc:sldMk cId="3164427357" sldId="305"/>
            <ac:spMk id="6" creationId="{B496402D-85F9-3D94-7EDD-D96C13B70DD3}"/>
          </ac:spMkLst>
        </pc:spChg>
        <pc:spChg chg="mod">
          <ac:chgData name="Francesco Luciano Cambria" userId="6da4c536-595c-4daa-839e-23373e7117c6" providerId="ADAL" clId="{5901AB58-6267-49BA-AE6C-8338B4FEFF8F}" dt="2024-11-11T15:58:44.699" v="1713" actId="14100"/>
          <ac:spMkLst>
            <pc:docMk/>
            <pc:sldMk cId="3164427357" sldId="305"/>
            <ac:spMk id="9" creationId="{86A17C6F-1F4E-0350-8AE3-9D868E6EC14E}"/>
          </ac:spMkLst>
        </pc:spChg>
        <pc:spChg chg="mod">
          <ac:chgData name="Francesco Luciano Cambria" userId="6da4c536-595c-4daa-839e-23373e7117c6" providerId="ADAL" clId="{5901AB58-6267-49BA-AE6C-8338B4FEFF8F}" dt="2024-11-11T15:57:35.644" v="1694" actId="14100"/>
          <ac:spMkLst>
            <pc:docMk/>
            <pc:sldMk cId="3164427357" sldId="305"/>
            <ac:spMk id="10" creationId="{37CA5B2E-7752-19F2-C27E-58E682E6241C}"/>
          </ac:spMkLst>
        </pc:spChg>
        <pc:spChg chg="mod">
          <ac:chgData name="Francesco Luciano Cambria" userId="6da4c536-595c-4daa-839e-23373e7117c6" providerId="ADAL" clId="{5901AB58-6267-49BA-AE6C-8338B4FEFF8F}" dt="2024-11-11T15:57:35.644" v="1694" actId="14100"/>
          <ac:spMkLst>
            <pc:docMk/>
            <pc:sldMk cId="3164427357" sldId="305"/>
            <ac:spMk id="11" creationId="{76046514-46F5-D61C-AD43-9BA6E82E6275}"/>
          </ac:spMkLst>
        </pc:spChg>
        <pc:spChg chg="mod">
          <ac:chgData name="Francesco Luciano Cambria" userId="6da4c536-595c-4daa-839e-23373e7117c6" providerId="ADAL" clId="{5901AB58-6267-49BA-AE6C-8338B4FEFF8F}" dt="2024-11-11T15:58:44.699" v="1713" actId="14100"/>
          <ac:spMkLst>
            <pc:docMk/>
            <pc:sldMk cId="3164427357" sldId="305"/>
            <ac:spMk id="12" creationId="{D568EDD7-6E9E-9657-3C50-B92615DE14CA}"/>
          </ac:spMkLst>
        </pc:spChg>
        <pc:spChg chg="add mod">
          <ac:chgData name="Francesco Luciano Cambria" userId="6da4c536-595c-4daa-839e-23373e7117c6" providerId="ADAL" clId="{5901AB58-6267-49BA-AE6C-8338B4FEFF8F}" dt="2024-11-11T16:00:06.866" v="1725" actId="1076"/>
          <ac:spMkLst>
            <pc:docMk/>
            <pc:sldMk cId="3164427357" sldId="305"/>
            <ac:spMk id="15" creationId="{AE7037CF-07B3-6111-C1E7-EEE59FFA4DA2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19" creationId="{7916DFB7-9AD0-1041-840D-586D9B8E2754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20" creationId="{F7F84EB5-B211-2FA2-2EA6-7285124EA529}"/>
          </ac:spMkLst>
        </pc:spChg>
        <pc:spChg chg="add mod">
          <ac:chgData name="Francesco Luciano Cambria" userId="6da4c536-595c-4daa-839e-23373e7117c6" providerId="ADAL" clId="{5901AB58-6267-49BA-AE6C-8338B4FEFF8F}" dt="2024-11-11T16:00:20.843" v="1728" actId="1076"/>
          <ac:spMkLst>
            <pc:docMk/>
            <pc:sldMk cId="3164427357" sldId="305"/>
            <ac:spMk id="21" creationId="{56E5FCBF-D85B-512D-AA6C-39FEC4FC317A}"/>
          </ac:spMkLst>
        </pc:spChg>
        <pc:spChg chg="add mod">
          <ac:chgData name="Francesco Luciano Cambria" userId="6da4c536-595c-4daa-839e-23373e7117c6" providerId="ADAL" clId="{5901AB58-6267-49BA-AE6C-8338B4FEFF8F}" dt="2024-11-11T15:59:45.268" v="1724" actId="571"/>
          <ac:spMkLst>
            <pc:docMk/>
            <pc:sldMk cId="3164427357" sldId="305"/>
            <ac:spMk id="22" creationId="{229F5C57-19ED-C57A-CBCF-615B76A805AB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6" creationId="{7916DFB7-9AD0-1041-840D-586D9B8E2754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7" creationId="{F7F84EB5-B211-2FA2-2EA6-7285124EA529}"/>
          </ac:spMkLst>
        </pc:spChg>
        <pc:spChg chg="add mod">
          <ac:chgData name="Francesco Luciano Cambria" userId="6da4c536-595c-4daa-839e-23373e7117c6" providerId="ADAL" clId="{5901AB58-6267-49BA-AE6C-8338B4FEFF8F}" dt="2024-11-11T16:03:06.517" v="1730"/>
          <ac:spMkLst>
            <pc:docMk/>
            <pc:sldMk cId="3164427357" sldId="305"/>
            <ac:spMk id="28" creationId="{56E5FCBF-D85B-512D-AA6C-39FEC4FC317A}"/>
          </ac:spMkLst>
        </pc:spChg>
        <pc:grpChg chg="mod">
          <ac:chgData name="Francesco Luciano Cambria" userId="6da4c536-595c-4daa-839e-23373e7117c6" providerId="ADAL" clId="{5901AB58-6267-49BA-AE6C-8338B4FEFF8F}" dt="2024-11-11T15:58:44.699" v="1713" actId="14100"/>
          <ac:grpSpMkLst>
            <pc:docMk/>
            <pc:sldMk cId="3164427357" sldId="305"/>
            <ac:grpSpMk id="7" creationId="{347549A8-AFA1-DA4B-CDA8-EAB86878C961}"/>
          </ac:grpSpMkLst>
        </pc:grpChg>
        <pc:grpChg chg="mod">
          <ac:chgData name="Francesco Luciano Cambria" userId="6da4c536-595c-4daa-839e-23373e7117c6" providerId="ADAL" clId="{5901AB58-6267-49BA-AE6C-8338B4FEFF8F}" dt="2024-11-11T15:57:35.644" v="1694" actId="14100"/>
          <ac:grpSpMkLst>
            <pc:docMk/>
            <pc:sldMk cId="3164427357" sldId="305"/>
            <ac:grpSpMk id="8" creationId="{EA03C98C-C686-732D-5831-9F228331B6CE}"/>
          </ac:grpSpMkLst>
        </pc:grpChg>
        <pc:picChg chg="add mod">
          <ac:chgData name="Francesco Luciano Cambria" userId="6da4c536-595c-4daa-839e-23373e7117c6" providerId="ADAL" clId="{5901AB58-6267-49BA-AE6C-8338B4FEFF8F}" dt="2024-11-11T16:00:06.866" v="1725" actId="1076"/>
          <ac:picMkLst>
            <pc:docMk/>
            <pc:sldMk cId="3164427357" sldId="305"/>
            <ac:picMk id="3" creationId="{CE2D830A-8493-F885-66BA-B3DE39D12104}"/>
          </ac:picMkLst>
        </pc:picChg>
        <pc:picChg chg="add mod">
          <ac:chgData name="Francesco Luciano Cambria" userId="6da4c536-595c-4daa-839e-23373e7117c6" providerId="ADAL" clId="{5901AB58-6267-49BA-AE6C-8338B4FEFF8F}" dt="2024-11-11T16:00:06.866" v="1725" actId="1076"/>
          <ac:picMkLst>
            <pc:docMk/>
            <pc:sldMk cId="3164427357" sldId="305"/>
            <ac:picMk id="13" creationId="{D834738A-1776-6D8E-7F8D-C8B581D7DDEF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6" creationId="{8C84598F-4C93-03A3-9AF6-C87ED07B9F34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7" creationId="{AB5D06BD-E890-3CE0-F47A-4158E502C842}"/>
          </ac:picMkLst>
        </pc:picChg>
        <pc:picChg chg="add mod">
          <ac:chgData name="Francesco Luciano Cambria" userId="6da4c536-595c-4daa-839e-23373e7117c6" providerId="ADAL" clId="{5901AB58-6267-49BA-AE6C-8338B4FEFF8F}" dt="2024-11-11T16:00:20.843" v="1728" actId="1076"/>
          <ac:picMkLst>
            <pc:docMk/>
            <pc:sldMk cId="3164427357" sldId="305"/>
            <ac:picMk id="18" creationId="{1B0D58C3-CD7D-8350-693A-29A64FFFA6BF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3" creationId="{8C84598F-4C93-03A3-9AF6-C87ED07B9F34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4" creationId="{AB5D06BD-E890-3CE0-F47A-4158E502C842}"/>
          </ac:picMkLst>
        </pc:picChg>
        <pc:picChg chg="add mod">
          <ac:chgData name="Francesco Luciano Cambria" userId="6da4c536-595c-4daa-839e-23373e7117c6" providerId="ADAL" clId="{5901AB58-6267-49BA-AE6C-8338B4FEFF8F}" dt="2024-11-11T16:03:06.517" v="1730"/>
          <ac:picMkLst>
            <pc:docMk/>
            <pc:sldMk cId="3164427357" sldId="305"/>
            <ac:picMk id="25" creationId="{1B0D58C3-CD7D-8350-693A-29A64FFFA6BF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05:02.598" v="1744" actId="1076"/>
        <pc:sldMkLst>
          <pc:docMk/>
          <pc:sldMk cId="3939976416" sldId="306"/>
        </pc:sldMkLst>
        <pc:picChg chg="add mod">
          <ac:chgData name="Francesco Luciano Cambria" userId="6da4c536-595c-4daa-839e-23373e7117c6" providerId="ADAL" clId="{5901AB58-6267-49BA-AE6C-8338B4FEFF8F}" dt="2024-11-11T16:05:02.598" v="1744" actId="1076"/>
          <ac:picMkLst>
            <pc:docMk/>
            <pc:sldMk cId="3939976416" sldId="306"/>
            <ac:picMk id="3" creationId="{A53F429C-9F83-FB27-8CC2-3438AF01B6A8}"/>
          </ac:picMkLst>
        </pc:picChg>
      </pc:sldChg>
      <pc:sldChg chg="addSp delSp modSp add">
        <pc:chgData name="Francesco Luciano Cambria" userId="6da4c536-595c-4daa-839e-23373e7117c6" providerId="ADAL" clId="{5901AB58-6267-49BA-AE6C-8338B4FEFF8F}" dt="2024-11-11T16:10:18.773" v="1781" actId="1076"/>
        <pc:sldMkLst>
          <pc:docMk/>
          <pc:sldMk cId="3924535335" sldId="307"/>
        </pc:sldMkLst>
        <pc:spChg chg="add mod">
          <ac:chgData name="Francesco Luciano Cambria" userId="6da4c536-595c-4daa-839e-23373e7117c6" providerId="ADAL" clId="{5901AB58-6267-49BA-AE6C-8338B4FEFF8F}" dt="2024-11-11T16:06:26.705" v="1751" actId="1076"/>
          <ac:spMkLst>
            <pc:docMk/>
            <pc:sldMk cId="3924535335" sldId="307"/>
            <ac:spMk id="4" creationId="{EFFB42CF-2481-6320-AA77-988B00DEEA5E}"/>
          </ac:spMkLst>
        </pc:spChg>
        <pc:spChg chg="add mod topLvl">
          <ac:chgData name="Francesco Luciano Cambria" userId="6da4c536-595c-4daa-839e-23373e7117c6" providerId="ADAL" clId="{5901AB58-6267-49BA-AE6C-8338B4FEFF8F}" dt="2024-11-11T16:10:15.598" v="1780" actId="14100"/>
          <ac:spMkLst>
            <pc:docMk/>
            <pc:sldMk cId="3924535335" sldId="307"/>
            <ac:spMk id="6" creationId="{B879C670-27D0-02EE-3D22-07BC9C9A9B35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4" creationId="{0A054A61-47F6-4C82-91DC-FAF159228A99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5" creationId="{CF690492-9A77-F2AB-BFE9-83672B3F2A7F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6" creationId="{CDE2EC28-631E-9512-CAEC-4B8E2930C0F8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7" creationId="{37EC63AC-C45C-0352-7A91-C8C0C1330783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8" creationId="{9FE51E2D-B225-FC86-0131-883BFAF63D12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19" creationId="{D8C3CDC4-9F3D-3B6E-2156-5DFBA220CBDB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20" creationId="{151DC479-6B6D-239F-3D13-B396BE0D4F0D}"/>
          </ac:spMkLst>
        </pc:spChg>
        <pc:spChg chg="add mod">
          <ac:chgData name="Francesco Luciano Cambria" userId="6da4c536-595c-4daa-839e-23373e7117c6" providerId="ADAL" clId="{5901AB58-6267-49BA-AE6C-8338B4FEFF8F}" dt="2024-11-11T16:10:07.949" v="1778" actId="1076"/>
          <ac:spMkLst>
            <pc:docMk/>
            <pc:sldMk cId="3924535335" sldId="307"/>
            <ac:spMk id="21" creationId="{0B1CBD60-0871-BECC-12B7-AF097E6440CE}"/>
          </ac:spMkLst>
        </pc:spChg>
        <pc:grpChg chg="add del mod">
          <ac:chgData name="Francesco Luciano Cambria" userId="6da4c536-595c-4daa-839e-23373e7117c6" providerId="ADAL" clId="{5901AB58-6267-49BA-AE6C-8338B4FEFF8F}" dt="2024-11-11T16:10:00.131" v="1777" actId="165"/>
          <ac:grpSpMkLst>
            <pc:docMk/>
            <pc:sldMk cId="3924535335" sldId="307"/>
            <ac:grpSpMk id="5" creationId="{2ABE845B-E0C0-967C-7FDD-647FE70B31F8}"/>
          </ac:grpSpMkLst>
        </pc:grpChg>
        <pc:grpChg chg="add mod topLvl">
          <ac:chgData name="Francesco Luciano Cambria" userId="6da4c536-595c-4daa-839e-23373e7117c6" providerId="ADAL" clId="{5901AB58-6267-49BA-AE6C-8338B4FEFF8F}" dt="2024-11-11T16:10:07.949" v="1778" actId="1076"/>
          <ac:grpSpMkLst>
            <pc:docMk/>
            <pc:sldMk cId="3924535335" sldId="307"/>
            <ac:grpSpMk id="12" creationId="{7A956EA8-CF72-67FB-474A-203140FCA147}"/>
          </ac:grpSpMkLst>
        </pc:grpChg>
        <pc:picChg chg="add mod">
          <ac:chgData name="Francesco Luciano Cambria" userId="6da4c536-595c-4daa-839e-23373e7117c6" providerId="ADAL" clId="{5901AB58-6267-49BA-AE6C-8338B4FEFF8F}" dt="2024-11-11T16:10:18.773" v="1781" actId="1076"/>
          <ac:picMkLst>
            <pc:docMk/>
            <pc:sldMk cId="3924535335" sldId="307"/>
            <ac:picMk id="3" creationId="{6D9E764F-4DF0-34C8-7A9C-900D2944E576}"/>
          </ac:picMkLst>
        </pc:picChg>
        <pc:picChg chg="add mod topLvl">
          <ac:chgData name="Francesco Luciano Cambria" userId="6da4c536-595c-4daa-839e-23373e7117c6" providerId="ADAL" clId="{5901AB58-6267-49BA-AE6C-8338B4FEFF8F}" dt="2024-11-11T16:10:00.131" v="1777" actId="165"/>
          <ac:picMkLst>
            <pc:docMk/>
            <pc:sldMk cId="3924535335" sldId="307"/>
            <ac:picMk id="7" creationId="{8A3CC37D-3992-E1C4-9778-590760A7F462}"/>
          </ac:picMkLst>
        </pc:picChg>
        <pc:picChg chg="add mod topLvl">
          <ac:chgData name="Francesco Luciano Cambria" userId="6da4c536-595c-4daa-839e-23373e7117c6" providerId="ADAL" clId="{5901AB58-6267-49BA-AE6C-8338B4FEFF8F}" dt="2024-11-11T16:10:12.491" v="1779" actId="1076"/>
          <ac:picMkLst>
            <pc:docMk/>
            <pc:sldMk cId="3924535335" sldId="307"/>
            <ac:picMk id="9" creationId="{7FAC6946-A3E9-DB44-FC27-33D045712789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11:22.843" v="1828" actId="1076"/>
        <pc:sldMkLst>
          <pc:docMk/>
          <pc:sldMk cId="1745499428" sldId="308"/>
        </pc:sldMkLst>
        <pc:spChg chg="add mod">
          <ac:chgData name="Francesco Luciano Cambria" userId="6da4c536-595c-4daa-839e-23373e7117c6" providerId="ADAL" clId="{5901AB58-6267-49BA-AE6C-8338B4FEFF8F}" dt="2024-11-11T16:10:41.289" v="1783" actId="1076"/>
          <ac:spMkLst>
            <pc:docMk/>
            <pc:sldMk cId="1745499428" sldId="308"/>
            <ac:spMk id="5" creationId="{97A94EA1-4B1C-5A5E-B618-2052BB81635A}"/>
          </ac:spMkLst>
        </pc:spChg>
        <pc:spChg chg="add mod">
          <ac:chgData name="Francesco Luciano Cambria" userId="6da4c536-595c-4daa-839e-23373e7117c6" providerId="ADAL" clId="{5901AB58-6267-49BA-AE6C-8338B4FEFF8F}" dt="2024-11-11T16:10:41.289" v="1783" actId="1076"/>
          <ac:spMkLst>
            <pc:docMk/>
            <pc:sldMk cId="1745499428" sldId="308"/>
            <ac:spMk id="6" creationId="{F6FF80CF-4CD0-0EEE-3CA7-E7F9D0F96BFC}"/>
          </ac:spMkLst>
        </pc:spChg>
        <pc:spChg chg="add mod">
          <ac:chgData name="Francesco Luciano Cambria" userId="6da4c536-595c-4daa-839e-23373e7117c6" providerId="ADAL" clId="{5901AB58-6267-49BA-AE6C-8338B4FEFF8F}" dt="2024-11-11T16:11:22.843" v="1828" actId="1076"/>
          <ac:spMkLst>
            <pc:docMk/>
            <pc:sldMk cId="1745499428" sldId="308"/>
            <ac:spMk id="7" creationId="{B89E25C9-2D5D-1370-85C0-01696E1E00BF}"/>
          </ac:spMkLst>
        </pc:spChg>
        <pc:spChg chg="add mod">
          <ac:chgData name="Francesco Luciano Cambria" userId="6da4c536-595c-4daa-839e-23373e7117c6" providerId="ADAL" clId="{5901AB58-6267-49BA-AE6C-8338B4FEFF8F}" dt="2024-11-11T16:11:22.843" v="1828" actId="1076"/>
          <ac:spMkLst>
            <pc:docMk/>
            <pc:sldMk cId="1745499428" sldId="308"/>
            <ac:spMk id="9" creationId="{65ABBFC1-9058-6780-C313-235E605DB318}"/>
          </ac:spMkLst>
        </pc:spChg>
        <pc:picChg chg="add mod">
          <ac:chgData name="Francesco Luciano Cambria" userId="6da4c536-595c-4daa-839e-23373e7117c6" providerId="ADAL" clId="{5901AB58-6267-49BA-AE6C-8338B4FEFF8F}" dt="2024-11-11T16:10:41.289" v="1783" actId="1076"/>
          <ac:picMkLst>
            <pc:docMk/>
            <pc:sldMk cId="1745499428" sldId="308"/>
            <ac:picMk id="3" creationId="{36B0E552-A76F-2089-EE29-0D55F3A32165}"/>
          </ac:picMkLst>
        </pc:picChg>
        <pc:picChg chg="add mod">
          <ac:chgData name="Francesco Luciano Cambria" userId="6da4c536-595c-4daa-839e-23373e7117c6" providerId="ADAL" clId="{5901AB58-6267-49BA-AE6C-8338B4FEFF8F}" dt="2024-11-11T16:10:49.382" v="1825" actId="1036"/>
          <ac:picMkLst>
            <pc:docMk/>
            <pc:sldMk cId="1745499428" sldId="308"/>
            <ac:picMk id="4" creationId="{6CFB6EBD-66D1-F986-151B-533042CA0353}"/>
          </ac:picMkLst>
        </pc:picChg>
      </pc:sldChg>
      <pc:sldChg chg="addSp modSp add mod">
        <pc:chgData name="Francesco Luciano Cambria" userId="6da4c536-595c-4daa-839e-23373e7117c6" providerId="ADAL" clId="{5901AB58-6267-49BA-AE6C-8338B4FEFF8F}" dt="2024-11-11T16:12:19.442" v="1836" actId="1076"/>
        <pc:sldMkLst>
          <pc:docMk/>
          <pc:sldMk cId="103638371" sldId="309"/>
        </pc:sldMkLst>
        <pc:spChg chg="add mod">
          <ac:chgData name="Francesco Luciano Cambria" userId="6da4c536-595c-4daa-839e-23373e7117c6" providerId="ADAL" clId="{5901AB58-6267-49BA-AE6C-8338B4FEFF8F}" dt="2024-11-11T16:12:19.442" v="1836" actId="1076"/>
          <ac:spMkLst>
            <pc:docMk/>
            <pc:sldMk cId="103638371" sldId="309"/>
            <ac:spMk id="9" creationId="{9C91A9FF-BF9D-87DF-5202-D6F9B8CD85FB}"/>
          </ac:spMkLst>
        </pc:spChg>
        <pc:picChg chg="add mod">
          <ac:chgData name="Francesco Luciano Cambria" userId="6da4c536-595c-4daa-839e-23373e7117c6" providerId="ADAL" clId="{5901AB58-6267-49BA-AE6C-8338B4FEFF8F}" dt="2024-11-11T16:11:47.817" v="1830" actId="1076"/>
          <ac:picMkLst>
            <pc:docMk/>
            <pc:sldMk cId="103638371" sldId="309"/>
            <ac:picMk id="3" creationId="{3C510387-F4EC-DAE4-93B2-B78DE5643499}"/>
          </ac:picMkLst>
        </pc:picChg>
        <pc:picChg chg="add mod">
          <ac:chgData name="Francesco Luciano Cambria" userId="6da4c536-595c-4daa-839e-23373e7117c6" providerId="ADAL" clId="{5901AB58-6267-49BA-AE6C-8338B4FEFF8F}" dt="2024-11-11T16:12:09.285" v="1834" actId="14100"/>
          <ac:picMkLst>
            <pc:docMk/>
            <pc:sldMk cId="103638371" sldId="309"/>
            <ac:picMk id="6" creationId="{A9EA8C0B-0BD3-4175-503A-D5B59B8919B2}"/>
          </ac:picMkLst>
        </pc:picChg>
        <pc:picChg chg="add mod">
          <ac:chgData name="Francesco Luciano Cambria" userId="6da4c536-595c-4daa-839e-23373e7117c6" providerId="ADAL" clId="{5901AB58-6267-49BA-AE6C-8338B4FEFF8F}" dt="2024-11-11T16:12:15.613" v="1835" actId="1076"/>
          <ac:picMkLst>
            <pc:docMk/>
            <pc:sldMk cId="103638371" sldId="309"/>
            <ac:picMk id="7" creationId="{85568C8A-D892-9DAD-30EB-168C391E95E4}"/>
          </ac:picMkLst>
        </pc:picChg>
      </pc:sldChg>
      <pc:sldChg chg="addSp modSp add">
        <pc:chgData name="Francesco Luciano Cambria" userId="6da4c536-595c-4daa-839e-23373e7117c6" providerId="ADAL" clId="{5901AB58-6267-49BA-AE6C-8338B4FEFF8F}" dt="2024-11-11T16:13:17.534" v="1876" actId="1037"/>
        <pc:sldMkLst>
          <pc:docMk/>
          <pc:sldMk cId="552623010" sldId="310"/>
        </pc:sldMkLst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0" creationId="{A459F79F-C505-A759-3BDE-9B1FE8D76078}"/>
          </ac:spMkLst>
        </pc:spChg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1" creationId="{27750719-DFC7-F829-CD5D-AD00D349D7F7}"/>
          </ac:spMkLst>
        </pc:spChg>
        <pc:spChg chg="mod">
          <ac:chgData name="Francesco Luciano Cambria" userId="6da4c536-595c-4daa-839e-23373e7117c6" providerId="ADAL" clId="{5901AB58-6267-49BA-AE6C-8338B4FEFF8F}" dt="2024-11-11T16:13:11.409" v="1873" actId="1037"/>
          <ac:spMkLst>
            <pc:docMk/>
            <pc:sldMk cId="552623010" sldId="310"/>
            <ac:spMk id="13" creationId="{75024B98-381A-E308-F044-5445BBF529B9}"/>
          </ac:spMkLst>
        </pc:spChg>
        <pc:grpChg chg="mod">
          <ac:chgData name="Francesco Luciano Cambria" userId="6da4c536-595c-4daa-839e-23373e7117c6" providerId="ADAL" clId="{5901AB58-6267-49BA-AE6C-8338B4FEFF8F}" dt="2024-11-11T16:13:11.409" v="1873" actId="1037"/>
          <ac:grpSpMkLst>
            <pc:docMk/>
            <pc:sldMk cId="552623010" sldId="310"/>
            <ac:grpSpMk id="8" creationId="{C6611F22-9F52-6DB9-FEF7-FA7DA44F3FD4}"/>
          </ac:grpSpMkLst>
        </pc:grpChg>
        <pc:picChg chg="mod">
          <ac:chgData name="Francesco Luciano Cambria" userId="6da4c536-595c-4daa-839e-23373e7117c6" providerId="ADAL" clId="{5901AB58-6267-49BA-AE6C-8338B4FEFF8F}" dt="2024-11-11T16:13:11.409" v="1873" actId="1037"/>
          <ac:picMkLst>
            <pc:docMk/>
            <pc:sldMk cId="552623010" sldId="310"/>
            <ac:picMk id="3" creationId="{DE2F4556-8E2D-2EFD-6529-3558111C7C42}"/>
          </ac:picMkLst>
        </pc:picChg>
        <pc:picChg chg="add mod">
          <ac:chgData name="Francesco Luciano Cambria" userId="6da4c536-595c-4daa-839e-23373e7117c6" providerId="ADAL" clId="{5901AB58-6267-49BA-AE6C-8338B4FEFF8F}" dt="2024-11-11T16:13:17.534" v="1876" actId="1037"/>
          <ac:picMkLst>
            <pc:docMk/>
            <pc:sldMk cId="552623010" sldId="310"/>
            <ac:picMk id="4" creationId="{8AAF5979-3049-9020-75D0-3F95444D0675}"/>
          </ac:picMkLst>
        </pc:picChg>
      </pc:sldChg>
      <pc:sldChg chg="modSp add mod">
        <pc:chgData name="Francesco Luciano Cambria" userId="6da4c536-595c-4daa-839e-23373e7117c6" providerId="ADAL" clId="{5901AB58-6267-49BA-AE6C-8338B4FEFF8F}" dt="2024-11-11T16:03:48.179" v="1740"/>
        <pc:sldMkLst>
          <pc:docMk/>
          <pc:sldMk cId="4007375991" sldId="311"/>
        </pc:sldMkLst>
        <pc:spChg chg="mod">
          <ac:chgData name="Francesco Luciano Cambria" userId="6da4c536-595c-4daa-839e-23373e7117c6" providerId="ADAL" clId="{5901AB58-6267-49BA-AE6C-8338B4FEFF8F}" dt="2024-11-11T16:03:48.179" v="1740"/>
          <ac:spMkLst>
            <pc:docMk/>
            <pc:sldMk cId="4007375991" sldId="311"/>
            <ac:spMk id="2" creationId="{0FCF196E-9197-ABDC-52DD-8C79C0B498E2}"/>
          </ac:spMkLst>
        </pc:spChg>
      </pc:sldChg>
      <pc:sldChg chg="delSp modSp add mod">
        <pc:chgData name="Francesco Luciano Cambria" userId="6da4c536-595c-4daa-839e-23373e7117c6" providerId="ADAL" clId="{5901AB58-6267-49BA-AE6C-8338B4FEFF8F}" dt="2024-11-11T16:14:34.567" v="1886"/>
        <pc:sldMkLst>
          <pc:docMk/>
          <pc:sldMk cId="2074112811" sldId="312"/>
        </pc:sldMkLst>
        <pc:spChg chg="mod">
          <ac:chgData name="Francesco Luciano Cambria" userId="6da4c536-595c-4daa-839e-23373e7117c6" providerId="ADAL" clId="{5901AB58-6267-49BA-AE6C-8338B4FEFF8F}" dt="2024-11-11T16:14:18.768" v="1883" actId="20577"/>
          <ac:spMkLst>
            <pc:docMk/>
            <pc:sldMk cId="2074112811" sldId="312"/>
            <ac:spMk id="2" creationId="{3C77A753-DE9B-805D-3734-4AD39FB483AD}"/>
          </ac:spMkLst>
        </pc:spChg>
        <pc:spChg chg="mod">
          <ac:chgData name="Francesco Luciano Cambria" userId="6da4c536-595c-4daa-839e-23373e7117c6" providerId="ADAL" clId="{5901AB58-6267-49BA-AE6C-8338B4FEFF8F}" dt="2024-11-11T16:14:34.567" v="1886"/>
          <ac:spMkLst>
            <pc:docMk/>
            <pc:sldMk cId="2074112811" sldId="312"/>
            <ac:spMk id="13" creationId="{1FC198AD-EF9D-8522-E2A7-0EFFB1300372}"/>
          </ac:spMkLst>
        </pc:spChg>
        <pc:picChg chg="del">
          <ac:chgData name="Francesco Luciano Cambria" userId="6da4c536-595c-4daa-839e-23373e7117c6" providerId="ADAL" clId="{5901AB58-6267-49BA-AE6C-8338B4FEFF8F}" dt="2024-11-11T16:14:20.474" v="1884" actId="478"/>
          <ac:picMkLst>
            <pc:docMk/>
            <pc:sldMk cId="2074112811" sldId="312"/>
            <ac:picMk id="3" creationId="{D96EC3F1-ECBE-F2E5-AE3E-61C534F2EF2B}"/>
          </ac:picMkLst>
        </pc:picChg>
      </pc:sldChg>
      <pc:sldChg chg="addSp delSp modSp add mod">
        <pc:chgData name="Francesco Luciano Cambria" userId="6da4c536-595c-4daa-839e-23373e7117c6" providerId="ADAL" clId="{5901AB58-6267-49BA-AE6C-8338B4FEFF8F}" dt="2024-11-11T16:15:03.661" v="1907" actId="1036"/>
        <pc:sldMkLst>
          <pc:docMk/>
          <pc:sldMk cId="169928242" sldId="313"/>
        </pc:sldMkLst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3" creationId="{E6D2F5F2-0943-8C1E-7EC8-0642B230922E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4" creationId="{DB1AE8E4-5B7E-76DE-E4B0-C3B558FE0B74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9" creationId="{4AF98076-1AAB-0862-2A39-EC91A4E81EE3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2" creationId="{71595B98-BC45-2FD9-B068-70FB469CFE4C}"/>
          </ac:spMkLst>
        </pc:spChg>
        <pc:spChg chg="del">
          <ac:chgData name="Francesco Luciano Cambria" userId="6da4c536-595c-4daa-839e-23373e7117c6" providerId="ADAL" clId="{5901AB58-6267-49BA-AE6C-8338B4FEFF8F}" dt="2024-11-11T16:14:59.593" v="1889" actId="478"/>
          <ac:spMkLst>
            <pc:docMk/>
            <pc:sldMk cId="169928242" sldId="313"/>
            <ac:spMk id="13" creationId="{4FF93EB3-2FF7-2DFD-AA04-F14477FADB8A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4" creationId="{DA11F482-B67C-E503-6938-3BDC0CC294FC}"/>
          </ac:spMkLst>
        </pc:spChg>
        <pc:spChg chg="add mod">
          <ac:chgData name="Francesco Luciano Cambria" userId="6da4c536-595c-4daa-839e-23373e7117c6" providerId="ADAL" clId="{5901AB58-6267-49BA-AE6C-8338B4FEFF8F}" dt="2024-11-11T16:15:03.661" v="1907" actId="1036"/>
          <ac:spMkLst>
            <pc:docMk/>
            <pc:sldMk cId="169928242" sldId="313"/>
            <ac:spMk id="16" creationId="{19F77906-11A0-BC10-31CB-68F1EA554258}"/>
          </ac:spMkLst>
        </pc:spChg>
        <pc:grpChg chg="add mod">
          <ac:chgData name="Francesco Luciano Cambria" userId="6da4c536-595c-4daa-839e-23373e7117c6" providerId="ADAL" clId="{5901AB58-6267-49BA-AE6C-8338B4FEFF8F}" dt="2024-11-11T16:15:03.661" v="1907" actId="1036"/>
          <ac:grpSpMkLst>
            <pc:docMk/>
            <pc:sldMk cId="169928242" sldId="313"/>
            <ac:grpSpMk id="5" creationId="{06DFB86B-5A33-AEC4-B22F-9A18E4817102}"/>
          </ac:grpSpMkLst>
        </pc:grpChg>
        <pc:grpChg chg="del">
          <ac:chgData name="Francesco Luciano Cambria" userId="6da4c536-595c-4daa-839e-23373e7117c6" providerId="ADAL" clId="{5901AB58-6267-49BA-AE6C-8338B4FEFF8F}" dt="2024-11-11T16:14:56.227" v="1888" actId="478"/>
          <ac:grpSpMkLst>
            <pc:docMk/>
            <pc:sldMk cId="169928242" sldId="313"/>
            <ac:grpSpMk id="8" creationId="{1EFEA172-2102-8891-0FB3-3310C4B83CFE}"/>
          </ac:grpSpMkLst>
        </pc:grp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6" creationId="{8E139E14-2DEC-F303-D704-ACCB1F7E38AE}"/>
          </ac:picMkLst>
        </pc:pic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7" creationId="{2F45E034-E65B-5654-8F7A-D90ACC4712E6}"/>
          </ac:picMkLst>
        </pc:picChg>
        <pc:picChg chg="add mod">
          <ac:chgData name="Francesco Luciano Cambria" userId="6da4c536-595c-4daa-839e-23373e7117c6" providerId="ADAL" clId="{5901AB58-6267-49BA-AE6C-8338B4FEFF8F}" dt="2024-11-11T16:15:03.661" v="1907" actId="1036"/>
          <ac:picMkLst>
            <pc:docMk/>
            <pc:sldMk cId="169928242" sldId="313"/>
            <ac:picMk id="15" creationId="{732F0652-4A2E-CD47-B231-105567D643DA}"/>
          </ac:picMkLst>
        </pc:picChg>
      </pc:sldChg>
      <pc:sldMasterChg chg="add del addSldLayout delSldLayout">
        <pc:chgData name="Francesco Luciano Cambria" userId="6da4c536-595c-4daa-839e-23373e7117c6" providerId="ADAL" clId="{5901AB58-6267-49BA-AE6C-8338B4FEFF8F}" dt="2024-11-11T13:26:22.868" v="97" actId="26606"/>
        <pc:sldMasterMkLst>
          <pc:docMk/>
          <pc:sldMasterMk cId="1506129828" sldId="2147483684"/>
        </pc:sldMasterMkLst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759879921" sldId="2147483685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785708233" sldId="2147483686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051982712" sldId="2147483687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4058974748" sldId="2147483688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2272229014" sldId="2147483689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392285406" sldId="2147483690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005004262" sldId="2147483691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4140976628" sldId="2147483692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1257806183" sldId="2147483693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830219811" sldId="2147483694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6:22.868" v="97" actId="26606"/>
          <pc:sldLayoutMkLst>
            <pc:docMk/>
            <pc:sldMasterMk cId="1506129828" sldId="2147483684"/>
            <pc:sldLayoutMk cId="3103706316" sldId="2147483695"/>
          </pc:sldLayoutMkLst>
        </pc:sldLayoutChg>
      </pc:sldMasterChg>
      <pc:sldMasterChg chg="add del replId addSldLayout delSldLayout">
        <pc:chgData name="Francesco Luciano Cambria" userId="6da4c536-595c-4daa-839e-23373e7117c6" providerId="ADAL" clId="{5901AB58-6267-49BA-AE6C-8338B4FEFF8F}" dt="2024-11-11T13:27:56.964" v="111" actId="26606"/>
        <pc:sldMasterMkLst>
          <pc:docMk/>
          <pc:sldMasterMk cId="816506023" sldId="2147483696"/>
        </pc:sldMasterMkLst>
        <pc:sldLayoutChg chg="add del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383025247" sldId="2147483697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3982588749" sldId="2147483698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882333334" sldId="2147483699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137916553" sldId="2147483700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58855961" sldId="2147483701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728719199" sldId="2147483702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981346076" sldId="2147483703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419526131" sldId="2147483704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632091590" sldId="2147483705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2142410086" sldId="2147483706"/>
          </pc:sldLayoutMkLst>
        </pc:sldLayoutChg>
        <pc:sldLayoutChg chg="add del replI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816506023" sldId="2147483696"/>
            <pc:sldLayoutMk cId="1552976691" sldId="2147483707"/>
          </pc:sldLayoutMkLst>
        </pc:sldLayoutChg>
      </pc:sldMasterChg>
      <pc:sldMasterChg chg="add addSldLayout">
        <pc:chgData name="Francesco Luciano Cambria" userId="6da4c536-595c-4daa-839e-23373e7117c6" providerId="ADAL" clId="{5901AB58-6267-49BA-AE6C-8338B4FEFF8F}" dt="2024-11-11T13:27:56.964" v="111" actId="26606"/>
        <pc:sldMasterMkLst>
          <pc:docMk/>
          <pc:sldMasterMk cId="3155826140" sldId="2147483757"/>
        </pc:sldMasterMkLst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153311839" sldId="2147483746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861891523" sldId="2147483747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2081973417" sldId="2147483748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671136544" sldId="2147483749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413374216" sldId="2147483750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49116427" sldId="2147483751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073178870" sldId="2147483752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589442710" sldId="2147483753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4114406368" sldId="2147483754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3401691399" sldId="2147483755"/>
          </pc:sldLayoutMkLst>
        </pc:sldLayoutChg>
        <pc:sldLayoutChg chg="add">
          <pc:chgData name="Francesco Luciano Cambria" userId="6da4c536-595c-4daa-839e-23373e7117c6" providerId="ADAL" clId="{5901AB58-6267-49BA-AE6C-8338B4FEFF8F}" dt="2024-11-11T13:27:56.964" v="111" actId="26606"/>
          <pc:sldLayoutMkLst>
            <pc:docMk/>
            <pc:sldMasterMk cId="3155826140" sldId="2147483757"/>
            <pc:sldLayoutMk cId="1879865632" sldId="2147483756"/>
          </pc:sldLayoutMkLst>
        </pc:sldLayoutChg>
      </pc:sldMasterChg>
      <pc:sldMasterChg chg="add del addSldLayout delSldLayout">
        <pc:chgData name="Francesco Luciano Cambria" userId="6da4c536-595c-4daa-839e-23373e7117c6" providerId="ADAL" clId="{5901AB58-6267-49BA-AE6C-8338B4FEFF8F}" dt="2024-11-11T13:25:53.354" v="96" actId="26606"/>
        <pc:sldMasterMkLst>
          <pc:docMk/>
          <pc:sldMasterMk cId="2989540188" sldId="2147483787"/>
        </pc:sldMasterMkLst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553587963" sldId="2147483776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3756839218" sldId="2147483777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2267823524" sldId="2147483778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829087770" sldId="2147483779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2822345088" sldId="2147483780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834551984" sldId="2147483781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3879108768" sldId="2147483782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91307009" sldId="2147483783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629683778" sldId="2147483784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27231286" sldId="2147483785"/>
          </pc:sldLayoutMkLst>
        </pc:sldLayoutChg>
        <pc:sldLayoutChg chg="add del">
          <pc:chgData name="Francesco Luciano Cambria" userId="6da4c536-595c-4daa-839e-23373e7117c6" providerId="ADAL" clId="{5901AB58-6267-49BA-AE6C-8338B4FEFF8F}" dt="2024-11-11T13:25:53.354" v="96" actId="26606"/>
          <pc:sldLayoutMkLst>
            <pc:docMk/>
            <pc:sldMasterMk cId="2989540188" sldId="2147483787"/>
            <pc:sldLayoutMk cId="1777370750" sldId="2147483786"/>
          </pc:sldLayoutMkLst>
        </pc:sldLayoutChg>
      </pc:sldMasterChg>
    </pc:docChg>
  </pc:docChgLst>
  <pc:docChgLst>
    <pc:chgData name="Francesco Luciano Cambria" userId="6da4c536-595c-4daa-839e-23373e7117c6" providerId="ADAL" clId="{5305A5D8-7314-4B3A-A8F7-BD26737A1532}"/>
    <pc:docChg chg="undo redo custSel modSld">
      <pc:chgData name="Francesco Luciano Cambria" userId="6da4c536-595c-4daa-839e-23373e7117c6" providerId="ADAL" clId="{5305A5D8-7314-4B3A-A8F7-BD26737A1532}" dt="2024-11-12T15:11:23.209" v="10" actId="1076"/>
      <pc:docMkLst>
        <pc:docMk/>
      </pc:docMkLst>
      <pc:sldChg chg="modSp mod">
        <pc:chgData name="Francesco Luciano Cambria" userId="6da4c536-595c-4daa-839e-23373e7117c6" providerId="ADAL" clId="{5305A5D8-7314-4B3A-A8F7-BD26737A1532}" dt="2024-11-12T15:11:23.209" v="10" actId="1076"/>
        <pc:sldMkLst>
          <pc:docMk/>
          <pc:sldMk cId="1441636630" sldId="278"/>
        </pc:sldMkLst>
        <pc:spChg chg="mod">
          <ac:chgData name="Francesco Luciano Cambria" userId="6da4c536-595c-4daa-839e-23373e7117c6" providerId="ADAL" clId="{5305A5D8-7314-4B3A-A8F7-BD26737A1532}" dt="2024-11-12T15:11:23.209" v="10" actId="1076"/>
          <ac:spMkLst>
            <pc:docMk/>
            <pc:sldMk cId="1441636630" sldId="278"/>
            <ac:spMk id="13" creationId="{6D7D7859-CB12-3D86-5EA7-E3B47B195ED7}"/>
          </ac:spMkLst>
        </pc:spChg>
      </pc:sldChg>
      <pc:sldChg chg="modSp mod">
        <pc:chgData name="Francesco Luciano Cambria" userId="6da4c536-595c-4daa-839e-23373e7117c6" providerId="ADAL" clId="{5305A5D8-7314-4B3A-A8F7-BD26737A1532}" dt="2024-11-12T15:11:17.521" v="8" actId="6549"/>
        <pc:sldMkLst>
          <pc:docMk/>
          <pc:sldMk cId="1825763872" sldId="284"/>
        </pc:sldMkLst>
        <pc:spChg chg="mod">
          <ac:chgData name="Francesco Luciano Cambria" userId="6da4c536-595c-4daa-839e-23373e7117c6" providerId="ADAL" clId="{5305A5D8-7314-4B3A-A8F7-BD26737A1532}" dt="2024-11-12T15:11:14.500" v="6" actId="14100"/>
          <ac:spMkLst>
            <pc:docMk/>
            <pc:sldMk cId="1825763872" sldId="284"/>
            <ac:spMk id="10" creationId="{294B8B89-D589-17F2-3B1E-A5EDEB7D6407}"/>
          </ac:spMkLst>
        </pc:spChg>
        <pc:spChg chg="mod">
          <ac:chgData name="Francesco Luciano Cambria" userId="6da4c536-595c-4daa-839e-23373e7117c6" providerId="ADAL" clId="{5305A5D8-7314-4B3A-A8F7-BD26737A1532}" dt="2024-11-12T15:11:14.500" v="6" actId="14100"/>
          <ac:spMkLst>
            <pc:docMk/>
            <pc:sldMk cId="1825763872" sldId="284"/>
            <ac:spMk id="11" creationId="{84A5B3D7-4B8B-EE51-87D7-DB7DFDD971E1}"/>
          </ac:spMkLst>
        </pc:spChg>
        <pc:spChg chg="mod">
          <ac:chgData name="Francesco Luciano Cambria" userId="6da4c536-595c-4daa-839e-23373e7117c6" providerId="ADAL" clId="{5305A5D8-7314-4B3A-A8F7-BD26737A1532}" dt="2024-11-12T15:11:17.521" v="8" actId="6549"/>
          <ac:spMkLst>
            <pc:docMk/>
            <pc:sldMk cId="1825763872" sldId="284"/>
            <ac:spMk id="13" creationId="{94F67956-7EDD-3CF2-B937-95DB571E6F0A}"/>
          </ac:spMkLst>
        </pc:spChg>
        <pc:grpChg chg="mod">
          <ac:chgData name="Francesco Luciano Cambria" userId="6da4c536-595c-4daa-839e-23373e7117c6" providerId="ADAL" clId="{5305A5D8-7314-4B3A-A8F7-BD26737A1532}" dt="2024-11-12T15:11:14.500" v="6" actId="14100"/>
          <ac:grpSpMkLst>
            <pc:docMk/>
            <pc:sldMk cId="1825763872" sldId="284"/>
            <ac:grpSpMk id="8" creationId="{79640E3A-DCA3-59E4-0202-AB6A028A483F}"/>
          </ac:grpSpMkLst>
        </pc:grpChg>
      </pc:sldChg>
      <pc:sldChg chg="modSp mod">
        <pc:chgData name="Francesco Luciano Cambria" userId="6da4c536-595c-4daa-839e-23373e7117c6" providerId="ADAL" clId="{5305A5D8-7314-4B3A-A8F7-BD26737A1532}" dt="2024-11-12T15:11:11.803" v="5" actId="20577"/>
        <pc:sldMkLst>
          <pc:docMk/>
          <pc:sldMk cId="2339429440" sldId="297"/>
        </pc:sldMkLst>
        <pc:spChg chg="mod">
          <ac:chgData name="Francesco Luciano Cambria" userId="6da4c536-595c-4daa-839e-23373e7117c6" providerId="ADAL" clId="{5305A5D8-7314-4B3A-A8F7-BD26737A1532}" dt="2024-11-12T15:11:11.803" v="5" actId="20577"/>
          <ac:spMkLst>
            <pc:docMk/>
            <pc:sldMk cId="2339429440" sldId="297"/>
            <ac:spMk id="10" creationId="{5DE6FC48-C2EC-8506-86C7-00685FE33692}"/>
          </ac:spMkLst>
        </pc:spChg>
      </pc:sldChg>
    </pc:docChg>
  </pc:docChgLst>
  <pc:docChgLst>
    <pc:chgData name="Francesco Luciano Cambria" userId="6da4c536-595c-4daa-839e-23373e7117c6" providerId="ADAL" clId="{6ADB9B1E-62A4-49E8-9CD9-DF75EE1EF724}"/>
    <pc:docChg chg="undo redo custSel addSld delSld modSld">
      <pc:chgData name="Francesco Luciano Cambria" userId="6da4c536-595c-4daa-839e-23373e7117c6" providerId="ADAL" clId="{6ADB9B1E-62A4-49E8-9CD9-DF75EE1EF724}" dt="2024-12-02T10:34:56.060" v="1090" actId="20577"/>
      <pc:docMkLst>
        <pc:docMk/>
      </pc:docMkLst>
      <pc:sldChg chg="addSp modSp mod">
        <pc:chgData name="Francesco Luciano Cambria" userId="6da4c536-595c-4daa-839e-23373e7117c6" providerId="ADAL" clId="{6ADB9B1E-62A4-49E8-9CD9-DF75EE1EF724}" dt="2024-11-29T18:15:53.505" v="130"/>
        <pc:sldMkLst>
          <pc:docMk/>
          <pc:sldMk cId="854422628" sldId="256"/>
        </pc:sldMkLst>
        <pc:spChg chg="mod">
          <ac:chgData name="Francesco Luciano Cambria" userId="6da4c536-595c-4daa-839e-23373e7117c6" providerId="ADAL" clId="{6ADB9B1E-62A4-49E8-9CD9-DF75EE1EF724}" dt="2024-11-29T17:46:26.481" v="3" actId="20577"/>
          <ac:spMkLst>
            <pc:docMk/>
            <pc:sldMk cId="854422628" sldId="256"/>
            <ac:spMk id="2" creationId="{81C833EC-1C77-F2C8-0B60-995F878CBB4B}"/>
          </ac:spMkLst>
        </pc:spChg>
        <pc:spChg chg="add mod">
          <ac:chgData name="Francesco Luciano Cambria" userId="6da4c536-595c-4daa-839e-23373e7117c6" providerId="ADAL" clId="{6ADB9B1E-62A4-49E8-9CD9-DF75EE1EF724}" dt="2024-11-29T18:15:53.505" v="130"/>
          <ac:spMkLst>
            <pc:docMk/>
            <pc:sldMk cId="854422628" sldId="256"/>
            <ac:spMk id="4" creationId="{57C59ED1-FABA-0D31-8624-61FF981C095D}"/>
          </ac:spMkLst>
        </pc:spChg>
      </pc:sldChg>
      <pc:sldChg chg="delSp modSp del mod">
        <pc:chgData name="Francesco Luciano Cambria" userId="6da4c536-595c-4daa-839e-23373e7117c6" providerId="ADAL" clId="{6ADB9B1E-62A4-49E8-9CD9-DF75EE1EF724}" dt="2024-11-29T17:58:14.102" v="21" actId="47"/>
        <pc:sldMkLst>
          <pc:docMk/>
          <pc:sldMk cId="2633070125" sldId="257"/>
        </pc:sldMkLst>
        <pc:spChg chg="mod">
          <ac:chgData name="Francesco Luciano Cambria" userId="6da4c536-595c-4daa-839e-23373e7117c6" providerId="ADAL" clId="{6ADB9B1E-62A4-49E8-9CD9-DF75EE1EF724}" dt="2024-11-29T17:46:43.814" v="14" actId="20577"/>
          <ac:spMkLst>
            <pc:docMk/>
            <pc:sldMk cId="2633070125" sldId="257"/>
            <ac:spMk id="2" creationId="{4B654BA4-2816-D51D-B3C0-09C565D3E47E}"/>
          </ac:spMkLst>
        </pc:spChg>
        <pc:spChg chg="del">
          <ac:chgData name="Francesco Luciano Cambria" userId="6da4c536-595c-4daa-839e-23373e7117c6" providerId="ADAL" clId="{6ADB9B1E-62A4-49E8-9CD9-DF75EE1EF724}" dt="2024-11-29T17:46:52.954" v="16" actId="478"/>
          <ac:spMkLst>
            <pc:docMk/>
            <pc:sldMk cId="2633070125" sldId="257"/>
            <ac:spMk id="9" creationId="{86A67B8D-950E-E71D-F367-8B480FAF4A5A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17" creationId="{4B3E1C31-5F72-1839-0244-921A6B39E5CE}"/>
          </ac:spMkLst>
        </pc:spChg>
        <pc:spChg chg="del mod">
          <ac:chgData name="Francesco Luciano Cambria" userId="6da4c536-595c-4daa-839e-23373e7117c6" providerId="ADAL" clId="{6ADB9B1E-62A4-49E8-9CD9-DF75EE1EF724}" dt="2024-11-29T17:47:00.293" v="19" actId="478"/>
          <ac:spMkLst>
            <pc:docMk/>
            <pc:sldMk cId="2633070125" sldId="257"/>
            <ac:spMk id="18" creationId="{5EAF9712-75B5-3FA0-566B-3E9F2931B851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19" creationId="{95EB01AD-B2EA-40E1-53DE-60F8A6B92624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20" creationId="{DDCB5D0E-FB5C-C925-B19F-3328A727CD42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21" creationId="{A21E06E3-6404-04E8-F3F7-783EF14CD11B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22" creationId="{17D462F2-4EA7-9733-7C3D-F641E9738D9A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23" creationId="{D0A5A988-429A-56CB-F19A-DF450963F888}"/>
          </ac:spMkLst>
        </pc:spChg>
        <pc:spChg chg="del">
          <ac:chgData name="Francesco Luciano Cambria" userId="6da4c536-595c-4daa-839e-23373e7117c6" providerId="ADAL" clId="{6ADB9B1E-62A4-49E8-9CD9-DF75EE1EF724}" dt="2024-11-29T17:46:57.173" v="17" actId="478"/>
          <ac:spMkLst>
            <pc:docMk/>
            <pc:sldMk cId="2633070125" sldId="257"/>
            <ac:spMk id="25" creationId="{64530B8D-A1F1-82D6-BB29-5C4E02BC54EF}"/>
          </ac:spMkLst>
        </pc:spChg>
        <pc:grpChg chg="del">
          <ac:chgData name="Francesco Luciano Cambria" userId="6da4c536-595c-4daa-839e-23373e7117c6" providerId="ADAL" clId="{6ADB9B1E-62A4-49E8-9CD9-DF75EE1EF724}" dt="2024-11-29T17:46:50.168" v="15" actId="478"/>
          <ac:grpSpMkLst>
            <pc:docMk/>
            <pc:sldMk cId="2633070125" sldId="257"/>
            <ac:grpSpMk id="5" creationId="{E162E1D4-1A17-520D-798F-2EB4046AE172}"/>
          </ac:grpSpMkLst>
        </pc:grpChg>
        <pc:picChg chg="del">
          <ac:chgData name="Francesco Luciano Cambria" userId="6da4c536-595c-4daa-839e-23373e7117c6" providerId="ADAL" clId="{6ADB9B1E-62A4-49E8-9CD9-DF75EE1EF724}" dt="2024-11-29T17:47:01.675" v="20" actId="478"/>
          <ac:picMkLst>
            <pc:docMk/>
            <pc:sldMk cId="2633070125" sldId="257"/>
            <ac:picMk id="24" creationId="{6B977F26-972C-F6CF-7602-2F6BCA29847F}"/>
          </ac:picMkLst>
        </pc:picChg>
      </pc:sldChg>
      <pc:sldChg chg="modSp mod">
        <pc:chgData name="Francesco Luciano Cambria" userId="6da4c536-595c-4daa-839e-23373e7117c6" providerId="ADAL" clId="{6ADB9B1E-62A4-49E8-9CD9-DF75EE1EF724}" dt="2024-11-29T18:37:37.748" v="621" actId="14100"/>
        <pc:sldMkLst>
          <pc:docMk/>
          <pc:sldMk cId="4239321616" sldId="259"/>
        </pc:sldMkLst>
        <pc:spChg chg="mod">
          <ac:chgData name="Francesco Luciano Cambria" userId="6da4c536-595c-4daa-839e-23373e7117c6" providerId="ADAL" clId="{6ADB9B1E-62A4-49E8-9CD9-DF75EE1EF724}" dt="2024-11-29T18:37:37.748" v="621" actId="14100"/>
          <ac:spMkLst>
            <pc:docMk/>
            <pc:sldMk cId="4239321616" sldId="259"/>
            <ac:spMk id="2" creationId="{D485547F-92AB-8229-06DF-72D87C00D3FE}"/>
          </ac:spMkLst>
        </pc:spChg>
      </pc:sldChg>
      <pc:sldChg chg="addSp delSp modSp mod">
        <pc:chgData name="Francesco Luciano Cambria" userId="6da4c536-595c-4daa-839e-23373e7117c6" providerId="ADAL" clId="{6ADB9B1E-62A4-49E8-9CD9-DF75EE1EF724}" dt="2024-11-29T18:33:04.188" v="561" actId="478"/>
        <pc:sldMkLst>
          <pc:docMk/>
          <pc:sldMk cId="1728602133" sldId="260"/>
        </pc:sldMkLst>
        <pc:spChg chg="add del mod">
          <ac:chgData name="Francesco Luciano Cambria" userId="6da4c536-595c-4daa-839e-23373e7117c6" providerId="ADAL" clId="{6ADB9B1E-62A4-49E8-9CD9-DF75EE1EF724}" dt="2024-11-29T18:14:26.386" v="117" actId="478"/>
          <ac:spMkLst>
            <pc:docMk/>
            <pc:sldMk cId="1728602133" sldId="260"/>
            <ac:spMk id="3" creationId="{9328AF29-B742-E02E-2F2E-49E50E4879D7}"/>
          </ac:spMkLst>
        </pc:spChg>
        <pc:spChg chg="add mod ord">
          <ac:chgData name="Francesco Luciano Cambria" userId="6da4c536-595c-4daa-839e-23373e7117c6" providerId="ADAL" clId="{6ADB9B1E-62A4-49E8-9CD9-DF75EE1EF724}" dt="2024-11-29T18:15:36.786" v="128" actId="171"/>
          <ac:spMkLst>
            <pc:docMk/>
            <pc:sldMk cId="1728602133" sldId="260"/>
            <ac:spMk id="6" creationId="{DF2F612D-0380-D9A1-30AD-6CCCF09AA240}"/>
          </ac:spMkLst>
        </pc:spChg>
        <pc:spChg chg="mod">
          <ac:chgData name="Francesco Luciano Cambria" userId="6da4c536-595c-4daa-839e-23373e7117c6" providerId="ADAL" clId="{6ADB9B1E-62A4-49E8-9CD9-DF75EE1EF724}" dt="2024-11-29T18:15:47.358" v="129" actId="207"/>
          <ac:spMkLst>
            <pc:docMk/>
            <pc:sldMk cId="1728602133" sldId="260"/>
            <ac:spMk id="13" creationId="{5D6C8D09-8022-1833-CC90-9F2E8E626386}"/>
          </ac:spMkLst>
        </pc:spChg>
        <pc:grpChg chg="del">
          <ac:chgData name="Francesco Luciano Cambria" userId="6da4c536-595c-4daa-839e-23373e7117c6" providerId="ADAL" clId="{6ADB9B1E-62A4-49E8-9CD9-DF75EE1EF724}" dt="2024-11-29T17:59:16.444" v="22" actId="478"/>
          <ac:grpSpMkLst>
            <pc:docMk/>
            <pc:sldMk cId="1728602133" sldId="260"/>
            <ac:grpSpMk id="8" creationId="{91468F65-3435-C4A3-C237-5DBC1865C7FE}"/>
          </ac:grpSpMkLst>
        </pc:grpChg>
        <pc:picChg chg="add del mod">
          <ac:chgData name="Francesco Luciano Cambria" userId="6da4c536-595c-4daa-839e-23373e7117c6" providerId="ADAL" clId="{6ADB9B1E-62A4-49E8-9CD9-DF75EE1EF724}" dt="2024-11-29T18:33:04.188" v="561" actId="478"/>
          <ac:picMkLst>
            <pc:docMk/>
            <pc:sldMk cId="1728602133" sldId="260"/>
            <ac:picMk id="5" creationId="{3AF36E46-D30D-2376-2913-4D047DF5F1CB}"/>
          </ac:picMkLst>
        </pc:picChg>
      </pc:sldChg>
      <pc:sldChg chg="del">
        <pc:chgData name="Francesco Luciano Cambria" userId="6da4c536-595c-4daa-839e-23373e7117c6" providerId="ADAL" clId="{6ADB9B1E-62A4-49E8-9CD9-DF75EE1EF724}" dt="2024-11-29T17:46:39.413" v="10" actId="47"/>
        <pc:sldMkLst>
          <pc:docMk/>
          <pc:sldMk cId="911950576" sldId="261"/>
        </pc:sldMkLst>
      </pc:sldChg>
      <pc:sldChg chg="del">
        <pc:chgData name="Francesco Luciano Cambria" userId="6da4c536-595c-4daa-839e-23373e7117c6" providerId="ADAL" clId="{6ADB9B1E-62A4-49E8-9CD9-DF75EE1EF724}" dt="2024-11-29T18:15:56.490" v="131" actId="47"/>
        <pc:sldMkLst>
          <pc:docMk/>
          <pc:sldMk cId="658244640" sldId="262"/>
        </pc:sldMkLst>
      </pc:sldChg>
      <pc:sldChg chg="del">
        <pc:chgData name="Francesco Luciano Cambria" userId="6da4c536-595c-4daa-839e-23373e7117c6" providerId="ADAL" clId="{6ADB9B1E-62A4-49E8-9CD9-DF75EE1EF724}" dt="2024-11-29T18:15:57.194" v="132" actId="47"/>
        <pc:sldMkLst>
          <pc:docMk/>
          <pc:sldMk cId="1259984767" sldId="263"/>
        </pc:sldMkLst>
      </pc:sldChg>
      <pc:sldChg chg="del">
        <pc:chgData name="Francesco Luciano Cambria" userId="6da4c536-595c-4daa-839e-23373e7117c6" providerId="ADAL" clId="{6ADB9B1E-62A4-49E8-9CD9-DF75EE1EF724}" dt="2024-11-29T18:15:57.922" v="133" actId="47"/>
        <pc:sldMkLst>
          <pc:docMk/>
          <pc:sldMk cId="361006179" sldId="264"/>
        </pc:sldMkLst>
      </pc:sldChg>
      <pc:sldChg chg="del">
        <pc:chgData name="Francesco Luciano Cambria" userId="6da4c536-595c-4daa-839e-23373e7117c6" providerId="ADAL" clId="{6ADB9B1E-62A4-49E8-9CD9-DF75EE1EF724}" dt="2024-11-29T18:15:58.958" v="134" actId="47"/>
        <pc:sldMkLst>
          <pc:docMk/>
          <pc:sldMk cId="202080137" sldId="265"/>
        </pc:sldMkLst>
      </pc:sldChg>
      <pc:sldChg chg="modSp mod">
        <pc:chgData name="Francesco Luciano Cambria" userId="6da4c536-595c-4daa-839e-23373e7117c6" providerId="ADAL" clId="{6ADB9B1E-62A4-49E8-9CD9-DF75EE1EF724}" dt="2024-11-29T18:32:32.982" v="559" actId="20577"/>
        <pc:sldMkLst>
          <pc:docMk/>
          <pc:sldMk cId="3390301106" sldId="266"/>
        </pc:sldMkLst>
        <pc:spChg chg="mod">
          <ac:chgData name="Francesco Luciano Cambria" userId="6da4c536-595c-4daa-839e-23373e7117c6" providerId="ADAL" clId="{6ADB9B1E-62A4-49E8-9CD9-DF75EE1EF724}" dt="2024-11-29T18:32:32.982" v="559" actId="20577"/>
          <ac:spMkLst>
            <pc:docMk/>
            <pc:sldMk cId="3390301106" sldId="266"/>
            <ac:spMk id="2" creationId="{2786E16E-E63F-99F8-83CA-7CA2A0EDB2D2}"/>
          </ac:spMkLst>
        </pc:spChg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124967101" sldId="267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399024796" sldId="268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041692595" sldId="269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431564680" sldId="270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558675247" sldId="271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393084394" sldId="272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454196828" sldId="273"/>
        </pc:sldMkLst>
      </pc:sldChg>
      <pc:sldChg chg="del">
        <pc:chgData name="Francesco Luciano Cambria" userId="6da4c536-595c-4daa-839e-23373e7117c6" providerId="ADAL" clId="{6ADB9B1E-62A4-49E8-9CD9-DF75EE1EF724}" dt="2024-11-29T18:16:08.331" v="137" actId="47"/>
        <pc:sldMkLst>
          <pc:docMk/>
          <pc:sldMk cId="2397009257" sldId="274"/>
        </pc:sldMkLst>
      </pc:sldChg>
      <pc:sldChg chg="del">
        <pc:chgData name="Francesco Luciano Cambria" userId="6da4c536-595c-4daa-839e-23373e7117c6" providerId="ADAL" clId="{6ADB9B1E-62A4-49E8-9CD9-DF75EE1EF724}" dt="2024-11-29T18:16:09.474" v="138" actId="47"/>
        <pc:sldMkLst>
          <pc:docMk/>
          <pc:sldMk cId="3352044978" sldId="275"/>
        </pc:sldMkLst>
      </pc:sldChg>
      <pc:sldChg chg="del">
        <pc:chgData name="Francesco Luciano Cambria" userId="6da4c536-595c-4daa-839e-23373e7117c6" providerId="ADAL" clId="{6ADB9B1E-62A4-49E8-9CD9-DF75EE1EF724}" dt="2024-11-29T18:16:11.064" v="139" actId="47"/>
        <pc:sldMkLst>
          <pc:docMk/>
          <pc:sldMk cId="2945828372" sldId="276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53400665" sldId="277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441636630" sldId="278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756207234" sldId="279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584797175" sldId="280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917738221" sldId="281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049041775" sldId="282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005689079" sldId="283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825763872" sldId="284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455065060" sldId="285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405701426" sldId="286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530833963" sldId="287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739394795" sldId="288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618041602" sldId="289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584569691" sldId="290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409582932" sldId="292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587540853" sldId="293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433477517" sldId="294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90085764" sldId="295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635492085" sldId="296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339429440" sldId="297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4145392965" sldId="298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133206443" sldId="299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348029788" sldId="300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116164161" sldId="301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326723457" sldId="302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709706425" sldId="304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164427357" sldId="305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939976416" sldId="306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3924535335" sldId="307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745499428" sldId="308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03638371" sldId="309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552623010" sldId="310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4007375991" sldId="311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2074112811" sldId="312"/>
        </pc:sldMkLst>
      </pc:sldChg>
      <pc:sldChg chg="del">
        <pc:chgData name="Francesco Luciano Cambria" userId="6da4c536-595c-4daa-839e-23373e7117c6" providerId="ADAL" clId="{6ADB9B1E-62A4-49E8-9CD9-DF75EE1EF724}" dt="2024-11-29T18:35:52.445" v="601" actId="47"/>
        <pc:sldMkLst>
          <pc:docMk/>
          <pc:sldMk cId="169928242" sldId="313"/>
        </pc:sldMkLst>
      </pc:sldChg>
      <pc:sldChg chg="addSp delSp modSp add mod">
        <pc:chgData name="Francesco Luciano Cambria" userId="6da4c536-595c-4daa-839e-23373e7117c6" providerId="ADAL" clId="{6ADB9B1E-62A4-49E8-9CD9-DF75EE1EF724}" dt="2024-11-29T18:34:01.222" v="562" actId="478"/>
        <pc:sldMkLst>
          <pc:docMk/>
          <pc:sldMk cId="438875333" sldId="314"/>
        </pc:sldMkLst>
        <pc:spChg chg="mod">
          <ac:chgData name="Francesco Luciano Cambria" userId="6da4c536-595c-4daa-839e-23373e7117c6" providerId="ADAL" clId="{6ADB9B1E-62A4-49E8-9CD9-DF75EE1EF724}" dt="2024-11-29T18:16:15.848" v="141" actId="20577"/>
          <ac:spMkLst>
            <pc:docMk/>
            <pc:sldMk cId="438875333" sldId="314"/>
            <ac:spMk id="2" creationId="{8BA1C554-49E5-9237-5C0F-A95673ED1CF4}"/>
          </ac:spMkLst>
        </pc:spChg>
        <pc:spChg chg="mod">
          <ac:chgData name="Francesco Luciano Cambria" userId="6da4c536-595c-4daa-839e-23373e7117c6" providerId="ADAL" clId="{6ADB9B1E-62A4-49E8-9CD9-DF75EE1EF724}" dt="2024-11-29T18:17:14.323" v="146" actId="14100"/>
          <ac:spMkLst>
            <pc:docMk/>
            <pc:sldMk cId="438875333" sldId="314"/>
            <ac:spMk id="6" creationId="{64E6F1E4-A91C-4F4B-12EA-06EA8015CB62}"/>
          </ac:spMkLst>
        </pc:spChg>
        <pc:spChg chg="mod">
          <ac:chgData name="Francesco Luciano Cambria" userId="6da4c536-595c-4daa-839e-23373e7117c6" providerId="ADAL" clId="{6ADB9B1E-62A4-49E8-9CD9-DF75EE1EF724}" dt="2024-11-29T18:17:16.988" v="147" actId="207"/>
          <ac:spMkLst>
            <pc:docMk/>
            <pc:sldMk cId="438875333" sldId="314"/>
            <ac:spMk id="13" creationId="{7734D837-9B2E-6F80-415C-729A16899F96}"/>
          </ac:spMkLst>
        </pc:spChg>
        <pc:picChg chg="add del mod">
          <ac:chgData name="Francesco Luciano Cambria" userId="6da4c536-595c-4daa-839e-23373e7117c6" providerId="ADAL" clId="{6ADB9B1E-62A4-49E8-9CD9-DF75EE1EF724}" dt="2024-11-29T18:34:01.222" v="562" actId="478"/>
          <ac:picMkLst>
            <pc:docMk/>
            <pc:sldMk cId="438875333" sldId="314"/>
            <ac:picMk id="4" creationId="{7124233A-A0A0-0642-75FE-1D86C10D19B9}"/>
          </ac:picMkLst>
        </pc:picChg>
        <pc:picChg chg="del">
          <ac:chgData name="Francesco Luciano Cambria" userId="6da4c536-595c-4daa-839e-23373e7117c6" providerId="ADAL" clId="{6ADB9B1E-62A4-49E8-9CD9-DF75EE1EF724}" dt="2024-11-29T18:17:18.134" v="148" actId="478"/>
          <ac:picMkLst>
            <pc:docMk/>
            <pc:sldMk cId="438875333" sldId="314"/>
            <ac:picMk id="5" creationId="{EAD66A83-D8E7-306A-0657-4797F8FCF221}"/>
          </ac:picMkLst>
        </pc:picChg>
      </pc:sldChg>
      <pc:sldChg chg="addSp delSp modSp add mod">
        <pc:chgData name="Francesco Luciano Cambria" userId="6da4c536-595c-4daa-839e-23373e7117c6" providerId="ADAL" clId="{6ADB9B1E-62A4-49E8-9CD9-DF75EE1EF724}" dt="2024-11-29T18:34:05.214" v="563" actId="478"/>
        <pc:sldMkLst>
          <pc:docMk/>
          <pc:sldMk cId="1314393266" sldId="315"/>
        </pc:sldMkLst>
        <pc:spChg chg="mod">
          <ac:chgData name="Francesco Luciano Cambria" userId="6da4c536-595c-4daa-839e-23373e7117c6" providerId="ADAL" clId="{6ADB9B1E-62A4-49E8-9CD9-DF75EE1EF724}" dt="2024-11-29T18:18:58.475" v="154" actId="20577"/>
          <ac:spMkLst>
            <pc:docMk/>
            <pc:sldMk cId="1314393266" sldId="315"/>
            <ac:spMk id="2" creationId="{FD08945D-1BE5-2C5B-D0A5-4183E37783B0}"/>
          </ac:spMkLst>
        </pc:spChg>
        <pc:spChg chg="add del mod">
          <ac:chgData name="Francesco Luciano Cambria" userId="6da4c536-595c-4daa-839e-23373e7117c6" providerId="ADAL" clId="{6ADB9B1E-62A4-49E8-9CD9-DF75EE1EF724}" dt="2024-11-29T18:34:05.214" v="563" actId="478"/>
          <ac:spMkLst>
            <pc:docMk/>
            <pc:sldMk cId="1314393266" sldId="315"/>
            <ac:spMk id="4" creationId="{02581F18-AE6F-88BD-EFD3-6A276D920357}"/>
          </ac:spMkLst>
        </pc:spChg>
        <pc:spChg chg="mod">
          <ac:chgData name="Francesco Luciano Cambria" userId="6da4c536-595c-4daa-839e-23373e7117c6" providerId="ADAL" clId="{6ADB9B1E-62A4-49E8-9CD9-DF75EE1EF724}" dt="2024-11-29T18:31:10.440" v="514" actId="20577"/>
          <ac:spMkLst>
            <pc:docMk/>
            <pc:sldMk cId="1314393266" sldId="315"/>
            <ac:spMk id="13" creationId="{27039538-28A3-194C-55A8-3CCEAA8E91E2}"/>
          </ac:spMkLst>
        </pc:spChg>
        <pc:picChg chg="del">
          <ac:chgData name="Francesco Luciano Cambria" userId="6da4c536-595c-4daa-839e-23373e7117c6" providerId="ADAL" clId="{6ADB9B1E-62A4-49E8-9CD9-DF75EE1EF724}" dt="2024-11-29T18:20:30.742" v="164" actId="478"/>
          <ac:picMkLst>
            <pc:docMk/>
            <pc:sldMk cId="1314393266" sldId="315"/>
            <ac:picMk id="5" creationId="{EF81B199-EF9D-8BF4-80D8-AF92B7FD8096}"/>
          </ac:picMkLst>
        </pc:picChg>
      </pc:sldChg>
      <pc:sldChg chg="modSp add mod">
        <pc:chgData name="Francesco Luciano Cambria" userId="6da4c536-595c-4daa-839e-23373e7117c6" providerId="ADAL" clId="{6ADB9B1E-62A4-49E8-9CD9-DF75EE1EF724}" dt="2024-11-29T18:35:12.770" v="575" actId="20577"/>
        <pc:sldMkLst>
          <pc:docMk/>
          <pc:sldMk cId="3032824276" sldId="316"/>
        </pc:sldMkLst>
        <pc:spChg chg="mod">
          <ac:chgData name="Francesco Luciano Cambria" userId="6da4c536-595c-4daa-839e-23373e7117c6" providerId="ADAL" clId="{6ADB9B1E-62A4-49E8-9CD9-DF75EE1EF724}" dt="2024-11-29T18:35:12.770" v="575" actId="20577"/>
          <ac:spMkLst>
            <pc:docMk/>
            <pc:sldMk cId="3032824276" sldId="316"/>
            <ac:spMk id="2" creationId="{CEB6A278-C6C0-EF6F-B45A-136E14C9B2CE}"/>
          </ac:spMkLst>
        </pc:spChg>
      </pc:sldChg>
      <pc:sldChg chg="modSp add mod">
        <pc:chgData name="Francesco Luciano Cambria" userId="6da4c536-595c-4daa-839e-23373e7117c6" providerId="ADAL" clId="{6ADB9B1E-62A4-49E8-9CD9-DF75EE1EF724}" dt="2024-11-29T18:35:18.671" v="587" actId="20577"/>
        <pc:sldMkLst>
          <pc:docMk/>
          <pc:sldMk cId="2459772079" sldId="317"/>
        </pc:sldMkLst>
        <pc:spChg chg="mod">
          <ac:chgData name="Francesco Luciano Cambria" userId="6da4c536-595c-4daa-839e-23373e7117c6" providerId="ADAL" clId="{6ADB9B1E-62A4-49E8-9CD9-DF75EE1EF724}" dt="2024-11-29T18:35:18.671" v="587" actId="20577"/>
          <ac:spMkLst>
            <pc:docMk/>
            <pc:sldMk cId="2459772079" sldId="317"/>
            <ac:spMk id="2" creationId="{F0A3EEDA-D7D5-D705-B49B-32D07B9020C0}"/>
          </ac:spMkLst>
        </pc:spChg>
      </pc:sldChg>
      <pc:sldChg chg="addSp modSp add mod">
        <pc:chgData name="Francesco Luciano Cambria" userId="6da4c536-595c-4daa-839e-23373e7117c6" providerId="ADAL" clId="{6ADB9B1E-62A4-49E8-9CD9-DF75EE1EF724}" dt="2024-12-02T10:34:56.060" v="1090" actId="20577"/>
        <pc:sldMkLst>
          <pc:docMk/>
          <pc:sldMk cId="2839248152" sldId="318"/>
        </pc:sldMkLst>
        <pc:spChg chg="mod">
          <ac:chgData name="Francesco Luciano Cambria" userId="6da4c536-595c-4daa-839e-23373e7117c6" providerId="ADAL" clId="{6ADB9B1E-62A4-49E8-9CD9-DF75EE1EF724}" dt="2024-11-29T18:35:25.265" v="599" actId="20577"/>
          <ac:spMkLst>
            <pc:docMk/>
            <pc:sldMk cId="2839248152" sldId="318"/>
            <ac:spMk id="2" creationId="{684BF171-4715-DB02-536D-1AC6F138AE6E}"/>
          </ac:spMkLst>
        </pc:spChg>
        <pc:spChg chg="add mod">
          <ac:chgData name="Francesco Luciano Cambria" userId="6da4c536-595c-4daa-839e-23373e7117c6" providerId="ADAL" clId="{6ADB9B1E-62A4-49E8-9CD9-DF75EE1EF724}" dt="2024-11-29T18:37:55.994" v="623"/>
          <ac:spMkLst>
            <pc:docMk/>
            <pc:sldMk cId="2839248152" sldId="318"/>
            <ac:spMk id="3" creationId="{6E84DB3B-438A-ADEE-54A9-233370615AFC}"/>
          </ac:spMkLst>
        </pc:spChg>
        <pc:spChg chg="mod">
          <ac:chgData name="Francesco Luciano Cambria" userId="6da4c536-595c-4daa-839e-23373e7117c6" providerId="ADAL" clId="{6ADB9B1E-62A4-49E8-9CD9-DF75EE1EF724}" dt="2024-12-02T10:34:56.060" v="1090" actId="20577"/>
          <ac:spMkLst>
            <pc:docMk/>
            <pc:sldMk cId="2839248152" sldId="318"/>
            <ac:spMk id="4" creationId="{562578BB-A322-5373-F5D9-8BC5D8D4A047}"/>
          </ac:spMkLst>
        </pc:spChg>
      </pc:sldChg>
      <pc:sldChg chg="modSp add del mod">
        <pc:chgData name="Francesco Luciano Cambria" userId="6da4c536-595c-4daa-839e-23373e7117c6" providerId="ADAL" clId="{6ADB9B1E-62A4-49E8-9CD9-DF75EE1EF724}" dt="2024-11-29T18:51:48.448" v="738" actId="47"/>
        <pc:sldMkLst>
          <pc:docMk/>
          <pc:sldMk cId="1416351193" sldId="319"/>
        </pc:sldMkLst>
        <pc:spChg chg="mod">
          <ac:chgData name="Francesco Luciano Cambria" userId="6da4c536-595c-4daa-839e-23373e7117c6" providerId="ADAL" clId="{6ADB9B1E-62A4-49E8-9CD9-DF75EE1EF724}" dt="2024-11-29T18:38:13.865" v="629" actId="20577"/>
          <ac:spMkLst>
            <pc:docMk/>
            <pc:sldMk cId="1416351193" sldId="319"/>
            <ac:spMk id="2" creationId="{2ABDC209-3929-3D36-4D2A-9C4EFB95E562}"/>
          </ac:spMkLst>
        </pc:spChg>
      </pc:sldChg>
      <pc:sldChg chg="add del">
        <pc:chgData name="Francesco Luciano Cambria" userId="6da4c536-595c-4daa-839e-23373e7117c6" providerId="ADAL" clId="{6ADB9B1E-62A4-49E8-9CD9-DF75EE1EF724}" dt="2024-11-29T18:51:48.448" v="738" actId="47"/>
        <pc:sldMkLst>
          <pc:docMk/>
          <pc:sldMk cId="1422658977" sldId="320"/>
        </pc:sldMkLst>
      </pc:sldChg>
      <pc:sldChg chg="add del">
        <pc:chgData name="Francesco Luciano Cambria" userId="6da4c536-595c-4daa-839e-23373e7117c6" providerId="ADAL" clId="{6ADB9B1E-62A4-49E8-9CD9-DF75EE1EF724}" dt="2024-11-29T18:51:48.448" v="738" actId="47"/>
        <pc:sldMkLst>
          <pc:docMk/>
          <pc:sldMk cId="1428120266" sldId="321"/>
        </pc:sldMkLst>
      </pc:sldChg>
      <pc:sldChg chg="modSp add mod">
        <pc:chgData name="Francesco Luciano Cambria" userId="6da4c536-595c-4daa-839e-23373e7117c6" providerId="ADAL" clId="{6ADB9B1E-62A4-49E8-9CD9-DF75EE1EF724}" dt="2024-11-29T18:51:38.348" v="736" actId="20577"/>
        <pc:sldMkLst>
          <pc:docMk/>
          <pc:sldMk cId="2476246524" sldId="322"/>
        </pc:sldMkLst>
        <pc:spChg chg="mod">
          <ac:chgData name="Francesco Luciano Cambria" userId="6da4c536-595c-4daa-839e-23373e7117c6" providerId="ADAL" clId="{6ADB9B1E-62A4-49E8-9CD9-DF75EE1EF724}" dt="2024-11-29T18:51:38.348" v="736" actId="20577"/>
          <ac:spMkLst>
            <pc:docMk/>
            <pc:sldMk cId="2476246524" sldId="322"/>
            <ac:spMk id="2" creationId="{B5E6F177-EEDC-4684-5D4F-4BFC42DF8D51}"/>
          </ac:spMkLst>
        </pc:spChg>
      </pc:sldChg>
      <pc:sldChg chg="addSp delSp modSp add mod">
        <pc:chgData name="Francesco Luciano Cambria" userId="6da4c536-595c-4daa-839e-23373e7117c6" providerId="ADAL" clId="{6ADB9B1E-62A4-49E8-9CD9-DF75EE1EF724}" dt="2024-11-29T18:40:07.644" v="643" actId="1076"/>
        <pc:sldMkLst>
          <pc:docMk/>
          <pc:sldMk cId="1396084312" sldId="323"/>
        </pc:sldMkLst>
        <pc:spChg chg="mod">
          <ac:chgData name="Francesco Luciano Cambria" userId="6da4c536-595c-4daa-839e-23373e7117c6" providerId="ADAL" clId="{6ADB9B1E-62A4-49E8-9CD9-DF75EE1EF724}" dt="2024-11-29T18:38:20.538" v="631" actId="20577"/>
          <ac:spMkLst>
            <pc:docMk/>
            <pc:sldMk cId="1396084312" sldId="323"/>
            <ac:spMk id="2" creationId="{F023727F-79A6-6EE3-EA83-B6AEBA701113}"/>
          </ac:spMkLst>
        </pc:spChg>
        <pc:spChg chg="mod">
          <ac:chgData name="Francesco Luciano Cambria" userId="6da4c536-595c-4daa-839e-23373e7117c6" providerId="ADAL" clId="{6ADB9B1E-62A4-49E8-9CD9-DF75EE1EF724}" dt="2024-11-29T18:40:05.192" v="642" actId="1076"/>
          <ac:spMkLst>
            <pc:docMk/>
            <pc:sldMk cId="1396084312" sldId="323"/>
            <ac:spMk id="6" creationId="{48EA42E8-978E-12E7-AB3A-A8340F1C64AB}"/>
          </ac:spMkLst>
        </pc:spChg>
        <pc:spChg chg="mod">
          <ac:chgData name="Francesco Luciano Cambria" userId="6da4c536-595c-4daa-839e-23373e7117c6" providerId="ADAL" clId="{6ADB9B1E-62A4-49E8-9CD9-DF75EE1EF724}" dt="2024-11-29T18:40:05.192" v="642" actId="1076"/>
          <ac:spMkLst>
            <pc:docMk/>
            <pc:sldMk cId="1396084312" sldId="323"/>
            <ac:spMk id="13" creationId="{2463D71D-630B-6ED3-4B2C-1D0536548E07}"/>
          </ac:spMkLst>
        </pc:spChg>
        <pc:picChg chg="del">
          <ac:chgData name="Francesco Luciano Cambria" userId="6da4c536-595c-4daa-839e-23373e7117c6" providerId="ADAL" clId="{6ADB9B1E-62A4-49E8-9CD9-DF75EE1EF724}" dt="2024-11-29T18:39:43.434" v="636" actId="478"/>
          <ac:picMkLst>
            <pc:docMk/>
            <pc:sldMk cId="1396084312" sldId="323"/>
            <ac:picMk id="5" creationId="{E442A817-5ECA-1BA1-852D-6EF571536218}"/>
          </ac:picMkLst>
        </pc:picChg>
        <pc:picChg chg="add mod">
          <ac:chgData name="Francesco Luciano Cambria" userId="6da4c536-595c-4daa-839e-23373e7117c6" providerId="ADAL" clId="{6ADB9B1E-62A4-49E8-9CD9-DF75EE1EF724}" dt="2024-11-29T18:40:07.644" v="643" actId="1076"/>
          <ac:picMkLst>
            <pc:docMk/>
            <pc:sldMk cId="1396084312" sldId="323"/>
            <ac:picMk id="1026" creationId="{0E270FB8-1802-EAAB-DC18-7B70FABC1815}"/>
          </ac:picMkLst>
        </pc:picChg>
      </pc:sldChg>
      <pc:sldChg chg="addSp delSp modSp add mod">
        <pc:chgData name="Francesco Luciano Cambria" userId="6da4c536-595c-4daa-839e-23373e7117c6" providerId="ADAL" clId="{6ADB9B1E-62A4-49E8-9CD9-DF75EE1EF724}" dt="2024-11-29T18:49:58.164" v="686" actId="1037"/>
        <pc:sldMkLst>
          <pc:docMk/>
          <pc:sldMk cId="4183102275" sldId="324"/>
        </pc:sldMkLst>
        <pc:spChg chg="mod">
          <ac:chgData name="Francesco Luciano Cambria" userId="6da4c536-595c-4daa-839e-23373e7117c6" providerId="ADAL" clId="{6ADB9B1E-62A4-49E8-9CD9-DF75EE1EF724}" dt="2024-11-29T18:40:18.041" v="645" actId="20577"/>
          <ac:spMkLst>
            <pc:docMk/>
            <pc:sldMk cId="4183102275" sldId="324"/>
            <ac:spMk id="2" creationId="{74B49AB8-1727-A0C5-17A1-76F532566C7C}"/>
          </ac:spMkLst>
        </pc:spChg>
        <pc:spChg chg="add mod">
          <ac:chgData name="Francesco Luciano Cambria" userId="6da4c536-595c-4daa-839e-23373e7117c6" providerId="ADAL" clId="{6ADB9B1E-62A4-49E8-9CD9-DF75EE1EF724}" dt="2024-11-29T18:49:58.164" v="686" actId="1037"/>
          <ac:spMkLst>
            <pc:docMk/>
            <pc:sldMk cId="4183102275" sldId="324"/>
            <ac:spMk id="3" creationId="{14A3F288-7DB9-D1CC-730D-15DFC4A3FA09}"/>
          </ac:spMkLst>
        </pc:spChg>
        <pc:spChg chg="mod">
          <ac:chgData name="Francesco Luciano Cambria" userId="6da4c536-595c-4daa-839e-23373e7117c6" providerId="ADAL" clId="{6ADB9B1E-62A4-49E8-9CD9-DF75EE1EF724}" dt="2024-11-29T18:42:39.261" v="654" actId="14100"/>
          <ac:spMkLst>
            <pc:docMk/>
            <pc:sldMk cId="4183102275" sldId="324"/>
            <ac:spMk id="6" creationId="{6D657EA9-4002-0B1F-6867-F6869430DD82}"/>
          </ac:spMkLst>
        </pc:spChg>
        <pc:spChg chg="mod">
          <ac:chgData name="Francesco Luciano Cambria" userId="6da4c536-595c-4daa-839e-23373e7117c6" providerId="ADAL" clId="{6ADB9B1E-62A4-49E8-9CD9-DF75EE1EF724}" dt="2024-11-29T18:42:36.098" v="653" actId="14100"/>
          <ac:spMkLst>
            <pc:docMk/>
            <pc:sldMk cId="4183102275" sldId="324"/>
            <ac:spMk id="13" creationId="{2C73B301-146F-D58C-251C-A6B9D6F51EC4}"/>
          </ac:spMkLst>
        </pc:spChg>
        <pc:picChg chg="del">
          <ac:chgData name="Francesco Luciano Cambria" userId="6da4c536-595c-4daa-839e-23373e7117c6" providerId="ADAL" clId="{6ADB9B1E-62A4-49E8-9CD9-DF75EE1EF724}" dt="2024-11-29T18:42:21.275" v="650" actId="478"/>
          <ac:picMkLst>
            <pc:docMk/>
            <pc:sldMk cId="4183102275" sldId="324"/>
            <ac:picMk id="4" creationId="{0DCD6FDB-8B5C-0120-0C76-0925E61EDC06}"/>
          </ac:picMkLst>
        </pc:picChg>
        <pc:picChg chg="add mod">
          <ac:chgData name="Francesco Luciano Cambria" userId="6da4c536-595c-4daa-839e-23373e7117c6" providerId="ADAL" clId="{6ADB9B1E-62A4-49E8-9CD9-DF75EE1EF724}" dt="2024-11-29T18:42:51.119" v="656" actId="1076"/>
          <ac:picMkLst>
            <pc:docMk/>
            <pc:sldMk cId="4183102275" sldId="324"/>
            <ac:picMk id="2050" creationId="{7D044AA7-D7BC-D5D0-397B-931D04D1ABC4}"/>
          </ac:picMkLst>
        </pc:picChg>
      </pc:sldChg>
      <pc:sldChg chg="addSp delSp modSp add mod">
        <pc:chgData name="Francesco Luciano Cambria" userId="6da4c536-595c-4daa-839e-23373e7117c6" providerId="ADAL" clId="{6ADB9B1E-62A4-49E8-9CD9-DF75EE1EF724}" dt="2024-11-29T18:51:14.290" v="728" actId="20577"/>
        <pc:sldMkLst>
          <pc:docMk/>
          <pc:sldMk cId="1601440891" sldId="325"/>
        </pc:sldMkLst>
        <pc:spChg chg="mod">
          <ac:chgData name="Francesco Luciano Cambria" userId="6da4c536-595c-4daa-839e-23373e7117c6" providerId="ADAL" clId="{6ADB9B1E-62A4-49E8-9CD9-DF75EE1EF724}" dt="2024-11-29T18:51:14.290" v="728" actId="20577"/>
          <ac:spMkLst>
            <pc:docMk/>
            <pc:sldMk cId="1601440891" sldId="325"/>
            <ac:spMk id="2" creationId="{6BF0B31F-944F-18B5-70F4-47DD49F45541}"/>
          </ac:spMkLst>
        </pc:spChg>
        <pc:spChg chg="del">
          <ac:chgData name="Francesco Luciano Cambria" userId="6da4c536-595c-4daa-839e-23373e7117c6" providerId="ADAL" clId="{6ADB9B1E-62A4-49E8-9CD9-DF75EE1EF724}" dt="2024-11-29T18:50:45.446" v="719" actId="478"/>
          <ac:spMkLst>
            <pc:docMk/>
            <pc:sldMk cId="1601440891" sldId="325"/>
            <ac:spMk id="4" creationId="{7958DDBF-AD17-7E23-EFEB-CB68B557D689}"/>
          </ac:spMkLst>
        </pc:spChg>
        <pc:spChg chg="mod">
          <ac:chgData name="Francesco Luciano Cambria" userId="6da4c536-595c-4daa-839e-23373e7117c6" providerId="ADAL" clId="{6ADB9B1E-62A4-49E8-9CD9-DF75EE1EF724}" dt="2024-11-29T18:50:08.621" v="687" actId="14100"/>
          <ac:spMkLst>
            <pc:docMk/>
            <pc:sldMk cId="1601440891" sldId="325"/>
            <ac:spMk id="6" creationId="{1E3C4BC6-6558-5683-F156-D8604AE58D6F}"/>
          </ac:spMkLst>
        </pc:spChg>
        <pc:spChg chg="mod">
          <ac:chgData name="Francesco Luciano Cambria" userId="6da4c536-595c-4daa-839e-23373e7117c6" providerId="ADAL" clId="{6ADB9B1E-62A4-49E8-9CD9-DF75EE1EF724}" dt="2024-11-29T18:50:42.370" v="718" actId="6549"/>
          <ac:spMkLst>
            <pc:docMk/>
            <pc:sldMk cId="1601440891" sldId="325"/>
            <ac:spMk id="13" creationId="{C357B55A-5FE5-7644-2F5B-4CB82905F2B1}"/>
          </ac:spMkLst>
        </pc:spChg>
        <pc:picChg chg="add mod">
          <ac:chgData name="Francesco Luciano Cambria" userId="6da4c536-595c-4daa-839e-23373e7117c6" providerId="ADAL" clId="{6ADB9B1E-62A4-49E8-9CD9-DF75EE1EF724}" dt="2024-11-29T18:51:10.874" v="722" actId="1076"/>
          <ac:picMkLst>
            <pc:docMk/>
            <pc:sldMk cId="1601440891" sldId="325"/>
            <ac:picMk id="5" creationId="{286BB698-B52E-9363-2A62-F7D62C1E4740}"/>
          </ac:picMkLst>
        </pc:picChg>
      </pc:sldChg>
      <pc:sldChg chg="modSp add mod">
        <pc:chgData name="Francesco Luciano Cambria" userId="6da4c536-595c-4daa-839e-23373e7117c6" providerId="ADAL" clId="{6ADB9B1E-62A4-49E8-9CD9-DF75EE1EF724}" dt="2024-11-29T18:38:10.453" v="628" actId="20577"/>
        <pc:sldMkLst>
          <pc:docMk/>
          <pc:sldMk cId="2231933378" sldId="326"/>
        </pc:sldMkLst>
        <pc:spChg chg="mod">
          <ac:chgData name="Francesco Luciano Cambria" userId="6da4c536-595c-4daa-839e-23373e7117c6" providerId="ADAL" clId="{6ADB9B1E-62A4-49E8-9CD9-DF75EE1EF724}" dt="2024-11-29T18:38:10.453" v="628" actId="20577"/>
          <ac:spMkLst>
            <pc:docMk/>
            <pc:sldMk cId="2231933378" sldId="326"/>
            <ac:spMk id="2" creationId="{1CCF57CF-93F2-052A-C9B7-C7C05027F4DB}"/>
          </ac:spMkLst>
        </pc:spChg>
      </pc:sldChg>
      <pc:sldChg chg="delSp modSp add mod">
        <pc:chgData name="Francesco Luciano Cambria" userId="6da4c536-595c-4daa-839e-23373e7117c6" providerId="ADAL" clId="{6ADB9B1E-62A4-49E8-9CD9-DF75EE1EF724}" dt="2024-11-29T18:51:53.871" v="741" actId="478"/>
        <pc:sldMkLst>
          <pc:docMk/>
          <pc:sldMk cId="326479098" sldId="327"/>
        </pc:sldMkLst>
        <pc:spChg chg="mod">
          <ac:chgData name="Francesco Luciano Cambria" userId="6da4c536-595c-4daa-839e-23373e7117c6" providerId="ADAL" clId="{6ADB9B1E-62A4-49E8-9CD9-DF75EE1EF724}" dt="2024-11-29T18:51:51.810" v="740" actId="20577"/>
          <ac:spMkLst>
            <pc:docMk/>
            <pc:sldMk cId="326479098" sldId="327"/>
            <ac:spMk id="2" creationId="{693C6EA3-F6ED-80A3-C6F8-CAED659885FB}"/>
          </ac:spMkLst>
        </pc:spChg>
        <pc:picChg chg="del">
          <ac:chgData name="Francesco Luciano Cambria" userId="6da4c536-595c-4daa-839e-23373e7117c6" providerId="ADAL" clId="{6ADB9B1E-62A4-49E8-9CD9-DF75EE1EF724}" dt="2024-11-29T18:51:53.871" v="741" actId="478"/>
          <ac:picMkLst>
            <pc:docMk/>
            <pc:sldMk cId="326479098" sldId="327"/>
            <ac:picMk id="1026" creationId="{7BC756B4-C2EA-2ACB-B3E0-CC47325FDA6E}"/>
          </ac:picMkLst>
        </pc:picChg>
      </pc:sldChg>
      <pc:sldChg chg="delSp modSp add mod">
        <pc:chgData name="Francesco Luciano Cambria" userId="6da4c536-595c-4daa-839e-23373e7117c6" providerId="ADAL" clId="{6ADB9B1E-62A4-49E8-9CD9-DF75EE1EF724}" dt="2024-11-29T18:52:02.504" v="745" actId="478"/>
        <pc:sldMkLst>
          <pc:docMk/>
          <pc:sldMk cId="1989531569" sldId="328"/>
        </pc:sldMkLst>
        <pc:spChg chg="mod">
          <ac:chgData name="Francesco Luciano Cambria" userId="6da4c536-595c-4daa-839e-23373e7117c6" providerId="ADAL" clId="{6ADB9B1E-62A4-49E8-9CD9-DF75EE1EF724}" dt="2024-11-29T18:51:57.234" v="743" actId="20577"/>
          <ac:spMkLst>
            <pc:docMk/>
            <pc:sldMk cId="1989531569" sldId="328"/>
            <ac:spMk id="2" creationId="{39C7F7FA-23CF-8A68-15A6-1D4F2A995DD4}"/>
          </ac:spMkLst>
        </pc:spChg>
        <pc:spChg chg="del">
          <ac:chgData name="Francesco Luciano Cambria" userId="6da4c536-595c-4daa-839e-23373e7117c6" providerId="ADAL" clId="{6ADB9B1E-62A4-49E8-9CD9-DF75EE1EF724}" dt="2024-11-29T18:52:02.504" v="745" actId="478"/>
          <ac:spMkLst>
            <pc:docMk/>
            <pc:sldMk cId="1989531569" sldId="328"/>
            <ac:spMk id="3" creationId="{CCF6FB77-B6CA-6DD1-3A3F-5380C577000F}"/>
          </ac:spMkLst>
        </pc:spChg>
        <pc:picChg chg="del">
          <ac:chgData name="Francesco Luciano Cambria" userId="6da4c536-595c-4daa-839e-23373e7117c6" providerId="ADAL" clId="{6ADB9B1E-62A4-49E8-9CD9-DF75EE1EF724}" dt="2024-11-29T18:51:58.789" v="744" actId="478"/>
          <ac:picMkLst>
            <pc:docMk/>
            <pc:sldMk cId="1989531569" sldId="328"/>
            <ac:picMk id="2050" creationId="{DE8B4C28-03E9-4F0D-3312-5D307574AD59}"/>
          </ac:picMkLst>
        </pc:picChg>
      </pc:sldChg>
      <pc:sldChg chg="delSp modSp add mod">
        <pc:chgData name="Francesco Luciano Cambria" userId="6da4c536-595c-4daa-839e-23373e7117c6" providerId="ADAL" clId="{6ADB9B1E-62A4-49E8-9CD9-DF75EE1EF724}" dt="2024-11-29T18:52:09.719" v="748" actId="478"/>
        <pc:sldMkLst>
          <pc:docMk/>
          <pc:sldMk cId="2972729942" sldId="329"/>
        </pc:sldMkLst>
        <pc:spChg chg="mod">
          <ac:chgData name="Francesco Luciano Cambria" userId="6da4c536-595c-4daa-839e-23373e7117c6" providerId="ADAL" clId="{6ADB9B1E-62A4-49E8-9CD9-DF75EE1EF724}" dt="2024-11-29T18:52:07.546" v="747" actId="20577"/>
          <ac:spMkLst>
            <pc:docMk/>
            <pc:sldMk cId="2972729942" sldId="329"/>
            <ac:spMk id="2" creationId="{4411995D-AC2D-5CBB-F9A2-3CDB693F4020}"/>
          </ac:spMkLst>
        </pc:spChg>
        <pc:picChg chg="del">
          <ac:chgData name="Francesco Luciano Cambria" userId="6da4c536-595c-4daa-839e-23373e7117c6" providerId="ADAL" clId="{6ADB9B1E-62A4-49E8-9CD9-DF75EE1EF724}" dt="2024-11-29T18:52:09.719" v="748" actId="478"/>
          <ac:picMkLst>
            <pc:docMk/>
            <pc:sldMk cId="2972729942" sldId="329"/>
            <ac:picMk id="5" creationId="{659307DA-A0DE-C429-1244-07B895C21D07}"/>
          </ac:picMkLst>
        </pc:picChg>
      </pc:sldChg>
      <pc:sldChg chg="modSp add mod">
        <pc:chgData name="Francesco Luciano Cambria" userId="6da4c536-595c-4daa-839e-23373e7117c6" providerId="ADAL" clId="{6ADB9B1E-62A4-49E8-9CD9-DF75EE1EF724}" dt="2024-11-30T00:52:18.393" v="1032" actId="20577"/>
        <pc:sldMkLst>
          <pc:docMk/>
          <pc:sldMk cId="1098513479" sldId="330"/>
        </pc:sldMkLst>
        <pc:spChg chg="mod">
          <ac:chgData name="Francesco Luciano Cambria" userId="6da4c536-595c-4daa-839e-23373e7117c6" providerId="ADAL" clId="{6ADB9B1E-62A4-49E8-9CD9-DF75EE1EF724}" dt="2024-11-30T00:52:18.393" v="1032" actId="20577"/>
          <ac:spMkLst>
            <pc:docMk/>
            <pc:sldMk cId="1098513479" sldId="330"/>
            <ac:spMk id="2" creationId="{63F3B2EB-B80C-EE7A-A3A0-814DAD517ED0}"/>
          </ac:spMkLst>
        </pc:spChg>
      </pc:sldChg>
      <pc:sldChg chg="modSp add mod">
        <pc:chgData name="Francesco Luciano Cambria" userId="6da4c536-595c-4daa-839e-23373e7117c6" providerId="ADAL" clId="{6ADB9B1E-62A4-49E8-9CD9-DF75EE1EF724}" dt="2024-11-30T00:52:50.239" v="1047" actId="20577"/>
        <pc:sldMkLst>
          <pc:docMk/>
          <pc:sldMk cId="1993612528" sldId="331"/>
        </pc:sldMkLst>
        <pc:spChg chg="mod">
          <ac:chgData name="Francesco Luciano Cambria" userId="6da4c536-595c-4daa-839e-23373e7117c6" providerId="ADAL" clId="{6ADB9B1E-62A4-49E8-9CD9-DF75EE1EF724}" dt="2024-11-30T00:52:50.239" v="1047" actId="20577"/>
          <ac:spMkLst>
            <pc:docMk/>
            <pc:sldMk cId="1993612528" sldId="331"/>
            <ac:spMk id="2" creationId="{39AB955E-7AF2-3A63-180C-32542B2B450A}"/>
          </ac:spMkLst>
        </pc:spChg>
      </pc:sldChg>
      <pc:sldChg chg="addSp delSp modSp add mod">
        <pc:chgData name="Francesco Luciano Cambria" userId="6da4c536-595c-4daa-839e-23373e7117c6" providerId="ADAL" clId="{6ADB9B1E-62A4-49E8-9CD9-DF75EE1EF724}" dt="2024-11-29T21:06:04.623" v="980" actId="14100"/>
        <pc:sldMkLst>
          <pc:docMk/>
          <pc:sldMk cId="2354209941" sldId="332"/>
        </pc:sldMkLst>
        <pc:spChg chg="mod">
          <ac:chgData name="Francesco Luciano Cambria" userId="6da4c536-595c-4daa-839e-23373e7117c6" providerId="ADAL" clId="{6ADB9B1E-62A4-49E8-9CD9-DF75EE1EF724}" dt="2024-11-29T21:02:59.020" v="924" actId="20577"/>
          <ac:spMkLst>
            <pc:docMk/>
            <pc:sldMk cId="2354209941" sldId="332"/>
            <ac:spMk id="2" creationId="{E99FA4E9-F7DF-D60A-9C34-B2138507399D}"/>
          </ac:spMkLst>
        </pc:spChg>
        <pc:spChg chg="mod">
          <ac:chgData name="Francesco Luciano Cambria" userId="6da4c536-595c-4daa-839e-23373e7117c6" providerId="ADAL" clId="{6ADB9B1E-62A4-49E8-9CD9-DF75EE1EF724}" dt="2024-11-29T21:03:25.335" v="973" actId="14100"/>
          <ac:spMkLst>
            <pc:docMk/>
            <pc:sldMk cId="2354209941" sldId="332"/>
            <ac:spMk id="6" creationId="{4D40C174-95FE-8D5D-9405-088DE706760D}"/>
          </ac:spMkLst>
        </pc:spChg>
        <pc:spChg chg="mod">
          <ac:chgData name="Francesco Luciano Cambria" userId="6da4c536-595c-4daa-839e-23373e7117c6" providerId="ADAL" clId="{6ADB9B1E-62A4-49E8-9CD9-DF75EE1EF724}" dt="2024-11-29T21:03:19.742" v="972" actId="20577"/>
          <ac:spMkLst>
            <pc:docMk/>
            <pc:sldMk cId="2354209941" sldId="332"/>
            <ac:spMk id="13" creationId="{E83155CF-EFD7-A84E-2438-A5FA2D6C813E}"/>
          </ac:spMkLst>
        </pc:spChg>
        <pc:picChg chg="add mod">
          <ac:chgData name="Francesco Luciano Cambria" userId="6da4c536-595c-4daa-839e-23373e7117c6" providerId="ADAL" clId="{6ADB9B1E-62A4-49E8-9CD9-DF75EE1EF724}" dt="2024-11-29T21:06:04.623" v="980" actId="14100"/>
          <ac:picMkLst>
            <pc:docMk/>
            <pc:sldMk cId="2354209941" sldId="332"/>
            <ac:picMk id="4" creationId="{1454A920-00FD-0231-32D8-CBC128ACA459}"/>
          </ac:picMkLst>
        </pc:picChg>
        <pc:picChg chg="del">
          <ac:chgData name="Francesco Luciano Cambria" userId="6da4c536-595c-4daa-839e-23373e7117c6" providerId="ADAL" clId="{6ADB9B1E-62A4-49E8-9CD9-DF75EE1EF724}" dt="2024-11-29T20:57:06.128" v="763" actId="478"/>
          <ac:picMkLst>
            <pc:docMk/>
            <pc:sldMk cId="2354209941" sldId="332"/>
            <ac:picMk id="1026" creationId="{A157923D-25D3-0B40-EC2E-4877FA2F1FC6}"/>
          </ac:picMkLst>
        </pc:picChg>
      </pc:sldChg>
      <pc:sldChg chg="addSp delSp modSp add mod">
        <pc:chgData name="Francesco Luciano Cambria" userId="6da4c536-595c-4daa-839e-23373e7117c6" providerId="ADAL" clId="{6ADB9B1E-62A4-49E8-9CD9-DF75EE1EF724}" dt="2024-11-30T00:45:44.142" v="1016" actId="1076"/>
        <pc:sldMkLst>
          <pc:docMk/>
          <pc:sldMk cId="2493141478" sldId="333"/>
        </pc:sldMkLst>
        <pc:spChg chg="mod">
          <ac:chgData name="Francesco Luciano Cambria" userId="6da4c536-595c-4daa-839e-23373e7117c6" providerId="ADAL" clId="{6ADB9B1E-62A4-49E8-9CD9-DF75EE1EF724}" dt="2024-11-29T21:06:15.801" v="982" actId="20577"/>
          <ac:spMkLst>
            <pc:docMk/>
            <pc:sldMk cId="2493141478" sldId="333"/>
            <ac:spMk id="2" creationId="{A4B3AA04-99EE-A43B-E117-AB0AF69F7C04}"/>
          </ac:spMkLst>
        </pc:spChg>
        <pc:spChg chg="del">
          <ac:chgData name="Francesco Luciano Cambria" userId="6da4c536-595c-4daa-839e-23373e7117c6" providerId="ADAL" clId="{6ADB9B1E-62A4-49E8-9CD9-DF75EE1EF724}" dt="2024-11-30T00:44:56.145" v="1014" actId="478"/>
          <ac:spMkLst>
            <pc:docMk/>
            <pc:sldMk cId="2493141478" sldId="333"/>
            <ac:spMk id="3" creationId="{747DAFFA-5244-65A0-1AA2-997A6BBF2D2D}"/>
          </ac:spMkLst>
        </pc:spChg>
        <pc:spChg chg="mod">
          <ac:chgData name="Francesco Luciano Cambria" userId="6da4c536-595c-4daa-839e-23373e7117c6" providerId="ADAL" clId="{6ADB9B1E-62A4-49E8-9CD9-DF75EE1EF724}" dt="2024-11-30T00:41:34.819" v="1012" actId="20577"/>
          <ac:spMkLst>
            <pc:docMk/>
            <pc:sldMk cId="2493141478" sldId="333"/>
            <ac:spMk id="13" creationId="{4C412D41-963B-D06F-C910-95CBA6E6D458}"/>
          </ac:spMkLst>
        </pc:spChg>
        <pc:picChg chg="add mod">
          <ac:chgData name="Francesco Luciano Cambria" userId="6da4c536-595c-4daa-839e-23373e7117c6" providerId="ADAL" clId="{6ADB9B1E-62A4-49E8-9CD9-DF75EE1EF724}" dt="2024-11-30T00:45:44.142" v="1016" actId="1076"/>
          <ac:picMkLst>
            <pc:docMk/>
            <pc:sldMk cId="2493141478" sldId="333"/>
            <ac:picMk id="5" creationId="{782FFA84-52B2-F173-9904-7E84D75F5281}"/>
          </ac:picMkLst>
        </pc:picChg>
        <pc:picChg chg="del">
          <ac:chgData name="Francesco Luciano Cambria" userId="6da4c536-595c-4daa-839e-23373e7117c6" providerId="ADAL" clId="{6ADB9B1E-62A4-49E8-9CD9-DF75EE1EF724}" dt="2024-11-30T00:41:41.554" v="1013" actId="478"/>
          <ac:picMkLst>
            <pc:docMk/>
            <pc:sldMk cId="2493141478" sldId="333"/>
            <ac:picMk id="2050" creationId="{2E9F5D92-513C-999F-5FAF-23030A2837C7}"/>
          </ac:picMkLst>
        </pc:picChg>
      </pc:sldChg>
      <pc:sldChg chg="addSp delSp modSp add mod">
        <pc:chgData name="Francesco Luciano Cambria" userId="6da4c536-595c-4daa-839e-23373e7117c6" providerId="ADAL" clId="{6ADB9B1E-62A4-49E8-9CD9-DF75EE1EF724}" dt="2024-11-30T00:52:05.927" v="1028" actId="1076"/>
        <pc:sldMkLst>
          <pc:docMk/>
          <pc:sldMk cId="1653737972" sldId="334"/>
        </pc:sldMkLst>
        <pc:spChg chg="mod">
          <ac:chgData name="Francesco Luciano Cambria" userId="6da4c536-595c-4daa-839e-23373e7117c6" providerId="ADAL" clId="{6ADB9B1E-62A4-49E8-9CD9-DF75EE1EF724}" dt="2024-11-30T00:51:06.734" v="1019" actId="20577"/>
          <ac:spMkLst>
            <pc:docMk/>
            <pc:sldMk cId="1653737972" sldId="334"/>
            <ac:spMk id="2" creationId="{227BE48B-3675-FC2E-11B2-A165BDBFE651}"/>
          </ac:spMkLst>
        </pc:spChg>
        <pc:spChg chg="mod">
          <ac:chgData name="Francesco Luciano Cambria" userId="6da4c536-595c-4daa-839e-23373e7117c6" providerId="ADAL" clId="{6ADB9B1E-62A4-49E8-9CD9-DF75EE1EF724}" dt="2024-11-30T00:51:35.001" v="1023" actId="14100"/>
          <ac:spMkLst>
            <pc:docMk/>
            <pc:sldMk cId="1653737972" sldId="334"/>
            <ac:spMk id="6" creationId="{1464D78F-CF64-3CDD-75AA-14569AE6B5D2}"/>
          </ac:spMkLst>
        </pc:spChg>
        <pc:spChg chg="mod">
          <ac:chgData name="Francesco Luciano Cambria" userId="6da4c536-595c-4daa-839e-23373e7117c6" providerId="ADAL" clId="{6ADB9B1E-62A4-49E8-9CD9-DF75EE1EF724}" dt="2024-11-30T00:51:38.355" v="1024" actId="207"/>
          <ac:spMkLst>
            <pc:docMk/>
            <pc:sldMk cId="1653737972" sldId="334"/>
            <ac:spMk id="13" creationId="{423E377D-4B1D-F464-B92D-1924CDB6CC14}"/>
          </ac:spMkLst>
        </pc:spChg>
        <pc:picChg chg="add mod">
          <ac:chgData name="Francesco Luciano Cambria" userId="6da4c536-595c-4daa-839e-23373e7117c6" providerId="ADAL" clId="{6ADB9B1E-62A4-49E8-9CD9-DF75EE1EF724}" dt="2024-11-30T00:52:05.927" v="1028" actId="1076"/>
          <ac:picMkLst>
            <pc:docMk/>
            <pc:sldMk cId="1653737972" sldId="334"/>
            <ac:picMk id="4" creationId="{64D9238E-1F80-0AA4-3C91-38EAB4E70491}"/>
          </ac:picMkLst>
        </pc:picChg>
        <pc:picChg chg="del">
          <ac:chgData name="Francesco Luciano Cambria" userId="6da4c536-595c-4daa-839e-23373e7117c6" providerId="ADAL" clId="{6ADB9B1E-62A4-49E8-9CD9-DF75EE1EF724}" dt="2024-11-30T00:51:17.381" v="1021" actId="478"/>
          <ac:picMkLst>
            <pc:docMk/>
            <pc:sldMk cId="1653737972" sldId="334"/>
            <ac:picMk id="5" creationId="{338D535A-D3A5-CE0C-A8CA-4A078FBCE82F}"/>
          </ac:picMkLst>
        </pc:picChg>
      </pc:sldChg>
      <pc:sldChg chg="delSp modSp add mod">
        <pc:chgData name="Francesco Luciano Cambria" userId="6da4c536-595c-4daa-839e-23373e7117c6" providerId="ADAL" clId="{6ADB9B1E-62A4-49E8-9CD9-DF75EE1EF724}" dt="2024-11-30T00:52:29.385" v="1035" actId="20577"/>
        <pc:sldMkLst>
          <pc:docMk/>
          <pc:sldMk cId="1588000311" sldId="335"/>
        </pc:sldMkLst>
        <pc:spChg chg="mod">
          <ac:chgData name="Francesco Luciano Cambria" userId="6da4c536-595c-4daa-839e-23373e7117c6" providerId="ADAL" clId="{6ADB9B1E-62A4-49E8-9CD9-DF75EE1EF724}" dt="2024-11-30T00:52:29.385" v="1035" actId="20577"/>
          <ac:spMkLst>
            <pc:docMk/>
            <pc:sldMk cId="1588000311" sldId="335"/>
            <ac:spMk id="2" creationId="{8ED8B451-3279-3EAB-71DB-511BEAE9BCDF}"/>
          </ac:spMkLst>
        </pc:spChg>
        <pc:picChg chg="del">
          <ac:chgData name="Francesco Luciano Cambria" userId="6da4c536-595c-4daa-839e-23373e7117c6" providerId="ADAL" clId="{6ADB9B1E-62A4-49E8-9CD9-DF75EE1EF724}" dt="2024-11-30T00:52:24.724" v="1034" actId="478"/>
          <ac:picMkLst>
            <pc:docMk/>
            <pc:sldMk cId="1588000311" sldId="335"/>
            <ac:picMk id="4" creationId="{33A0A089-0B07-5802-9A0F-E2E2E5ED9314}"/>
          </ac:picMkLst>
        </pc:picChg>
      </pc:sldChg>
      <pc:sldChg chg="delSp modSp add mod">
        <pc:chgData name="Francesco Luciano Cambria" userId="6da4c536-595c-4daa-839e-23373e7117c6" providerId="ADAL" clId="{6ADB9B1E-62A4-49E8-9CD9-DF75EE1EF724}" dt="2024-11-30T00:52:35.947" v="1037" actId="478"/>
        <pc:sldMkLst>
          <pc:docMk/>
          <pc:sldMk cId="1467303548" sldId="336"/>
        </pc:sldMkLst>
        <pc:spChg chg="mod">
          <ac:chgData name="Francesco Luciano Cambria" userId="6da4c536-595c-4daa-839e-23373e7117c6" providerId="ADAL" clId="{6ADB9B1E-62A4-49E8-9CD9-DF75EE1EF724}" dt="2024-11-30T00:52:34.488" v="1036" actId="20577"/>
          <ac:spMkLst>
            <pc:docMk/>
            <pc:sldMk cId="1467303548" sldId="336"/>
            <ac:spMk id="2" creationId="{6BB50478-2196-5B2C-770E-623CD29CF1CF}"/>
          </ac:spMkLst>
        </pc:spChg>
        <pc:picChg chg="del">
          <ac:chgData name="Francesco Luciano Cambria" userId="6da4c536-595c-4daa-839e-23373e7117c6" providerId="ADAL" clId="{6ADB9B1E-62A4-49E8-9CD9-DF75EE1EF724}" dt="2024-11-30T00:52:35.947" v="1037" actId="478"/>
          <ac:picMkLst>
            <pc:docMk/>
            <pc:sldMk cId="1467303548" sldId="336"/>
            <ac:picMk id="5" creationId="{C06E340D-231D-D1B3-6255-C5C8D5FD3ECA}"/>
          </ac:picMkLst>
        </pc:picChg>
      </pc:sldChg>
      <pc:sldChg chg="delSp modSp add mod">
        <pc:chgData name="Francesco Luciano Cambria" userId="6da4c536-595c-4daa-839e-23373e7117c6" providerId="ADAL" clId="{6ADB9B1E-62A4-49E8-9CD9-DF75EE1EF724}" dt="2024-11-30T00:52:43.242" v="1039" actId="20577"/>
        <pc:sldMkLst>
          <pc:docMk/>
          <pc:sldMk cId="2046717019" sldId="337"/>
        </pc:sldMkLst>
        <pc:spChg chg="mod">
          <ac:chgData name="Francesco Luciano Cambria" userId="6da4c536-595c-4daa-839e-23373e7117c6" providerId="ADAL" clId="{6ADB9B1E-62A4-49E8-9CD9-DF75EE1EF724}" dt="2024-11-30T00:52:43.242" v="1039" actId="20577"/>
          <ac:spMkLst>
            <pc:docMk/>
            <pc:sldMk cId="2046717019" sldId="337"/>
            <ac:spMk id="2" creationId="{6FE85C75-8C65-EBAE-4033-E4F6D122E1AB}"/>
          </ac:spMkLst>
        </pc:spChg>
        <pc:picChg chg="del">
          <ac:chgData name="Francesco Luciano Cambria" userId="6da4c536-595c-4daa-839e-23373e7117c6" providerId="ADAL" clId="{6ADB9B1E-62A4-49E8-9CD9-DF75EE1EF724}" dt="2024-11-30T00:52:39.117" v="1038" actId="478"/>
          <ac:picMkLst>
            <pc:docMk/>
            <pc:sldMk cId="2046717019" sldId="337"/>
            <ac:picMk id="4" creationId="{F9FE5D71-0BD5-7691-A98C-8587D4205BA8}"/>
          </ac:picMkLst>
        </pc:picChg>
      </pc:sldChg>
      <pc:sldChg chg="modSp add del mod">
        <pc:chgData name="Francesco Luciano Cambria" userId="6da4c536-595c-4daa-839e-23373e7117c6" providerId="ADAL" clId="{6ADB9B1E-62A4-49E8-9CD9-DF75EE1EF724}" dt="2024-11-30T00:53:48.794" v="1076" actId="47"/>
        <pc:sldMkLst>
          <pc:docMk/>
          <pc:sldMk cId="3514888079" sldId="338"/>
        </pc:sldMkLst>
        <pc:spChg chg="mod">
          <ac:chgData name="Francesco Luciano Cambria" userId="6da4c536-595c-4daa-839e-23373e7117c6" providerId="ADAL" clId="{6ADB9B1E-62A4-49E8-9CD9-DF75EE1EF724}" dt="2024-11-30T00:53:05.551" v="1058" actId="20577"/>
          <ac:spMkLst>
            <pc:docMk/>
            <pc:sldMk cId="3514888079" sldId="338"/>
            <ac:spMk id="2" creationId="{34B507FB-5841-D7E4-E6B4-768E308CE8B8}"/>
          </ac:spMkLst>
        </pc:spChg>
      </pc:sldChg>
      <pc:sldChg chg="addSp delSp modSp add del mod">
        <pc:chgData name="Francesco Luciano Cambria" userId="6da4c536-595c-4daa-839e-23373e7117c6" providerId="ADAL" clId="{6ADB9B1E-62A4-49E8-9CD9-DF75EE1EF724}" dt="2024-11-30T00:54:13.038" v="1082" actId="47"/>
        <pc:sldMkLst>
          <pc:docMk/>
          <pc:sldMk cId="1344936880" sldId="339"/>
        </pc:sldMkLst>
        <pc:spChg chg="mod">
          <ac:chgData name="Francesco Luciano Cambria" userId="6da4c536-595c-4daa-839e-23373e7117c6" providerId="ADAL" clId="{6ADB9B1E-62A4-49E8-9CD9-DF75EE1EF724}" dt="2024-11-30T00:53:44.294" v="1075" actId="20577"/>
          <ac:spMkLst>
            <pc:docMk/>
            <pc:sldMk cId="1344936880" sldId="339"/>
            <ac:spMk id="2" creationId="{CDEA301C-7FA6-EBC4-F9F9-007466734728}"/>
          </ac:spMkLst>
        </pc:spChg>
        <pc:spChg chg="add del">
          <ac:chgData name="Francesco Luciano Cambria" userId="6da4c536-595c-4daa-839e-23373e7117c6" providerId="ADAL" clId="{6ADB9B1E-62A4-49E8-9CD9-DF75EE1EF724}" dt="2024-11-30T00:53:54.754" v="1078" actId="478"/>
          <ac:spMkLst>
            <pc:docMk/>
            <pc:sldMk cId="1344936880" sldId="339"/>
            <ac:spMk id="6" creationId="{12E47F61-9DC4-999F-B861-70AF37402DD7}"/>
          </ac:spMkLst>
        </pc:spChg>
        <pc:spChg chg="mod">
          <ac:chgData name="Francesco Luciano Cambria" userId="6da4c536-595c-4daa-839e-23373e7117c6" providerId="ADAL" clId="{6ADB9B1E-62A4-49E8-9CD9-DF75EE1EF724}" dt="2024-11-30T00:54:01.038" v="1081" actId="20577"/>
          <ac:spMkLst>
            <pc:docMk/>
            <pc:sldMk cId="1344936880" sldId="339"/>
            <ac:spMk id="13" creationId="{BE76BE8E-B5F0-2D04-0070-4997C64363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42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9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6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7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1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7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3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12/2/2024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46" r:id="rId7"/>
    <p:sldLayoutId id="2147483747" r:id="rId8"/>
    <p:sldLayoutId id="2147483748" r:id="rId9"/>
    <p:sldLayoutId id="2147483749" r:id="rId10"/>
    <p:sldLayoutId id="214748375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A9B06D8-F0B8-433D-814C-0A14E9E8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5C11B-3E11-4734-96C0-4960DAE60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185" y="4143042"/>
            <a:ext cx="3739624" cy="200789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Informatica A </a:t>
            </a:r>
          </a:p>
          <a:p>
            <a:pPr algn="r"/>
            <a:r>
              <a:rPr lang="it-IT" dirty="0"/>
              <a:t>Ingegneria</a:t>
            </a:r>
            <a:r>
              <a:rPr lang="en-US" dirty="0"/>
              <a:t> </a:t>
            </a:r>
            <a:r>
              <a:rPr lang="en-US" dirty="0" err="1"/>
              <a:t>Fisica</a:t>
            </a:r>
            <a:endParaRPr lang="en-US" dirty="0"/>
          </a:p>
        </p:txBody>
      </p:sp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E0C6EECA-C76F-F032-84BC-1CDA8D20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833EC-1C77-F2C8-0B60-995F878CB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82313"/>
            <a:ext cx="4604945" cy="2504408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latin typeface="Abadi" panose="020B0604020104020204" pitchFamily="34" charset="0"/>
              </a:rPr>
              <a:t>Laboratorio  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sz="4000" dirty="0">
                <a:latin typeface="Abadi" panose="020B0604020104020204" pitchFamily="34" charset="0"/>
              </a:rPr>
              <a:t>02-12-2024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C4C6AC-0137-63A8-D939-3AD47F6B58F0}"/>
              </a:ext>
            </a:extLst>
          </p:cNvPr>
          <p:cNvCxnSpPr>
            <a:cxnSpLocks/>
          </p:cNvCxnSpPr>
          <p:nvPr/>
        </p:nvCxnSpPr>
        <p:spPr>
          <a:xfrm>
            <a:off x="0" y="465280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422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4B5C-B450-5EBB-5B34-CA9D5E1C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31738FB1-2B92-A042-4B72-7C02997A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5547F-92AB-8229-06DF-72D87C00D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93" y="1182312"/>
            <a:ext cx="4890253" cy="3155771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Matlab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1 -3</a:t>
            </a:r>
          </a:p>
        </p:txBody>
      </p:sp>
    </p:spTree>
    <p:extLst>
      <p:ext uri="{BB962C8B-B14F-4D97-AF65-F5344CB8AC3E}">
        <p14:creationId xmlns:p14="http://schemas.microsoft.com/office/powerpoint/2010/main" val="423932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AA91-47A0-9D83-D3DD-B74016BC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DF2F612D-0380-D9A1-30AD-6CCCF09AA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3110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3B9F7-F069-2647-FC48-AC6B26E7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D6C8D09-8022-1833-CC90-9F2E8E626386}"/>
              </a:ext>
            </a:extLst>
          </p:cNvPr>
          <p:cNvSpPr txBox="1"/>
          <p:nvPr/>
        </p:nvSpPr>
        <p:spPr>
          <a:xfrm>
            <a:off x="1073887" y="2035287"/>
            <a:ext cx="5316279" cy="292387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Creare un vettore colonna A e un vettore colonna B contenente rispettivamente 6 e 5 valori casuali differenti tra loro con valori da 1 a 10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A partire dai vettori A e B, creare una matrice C di 6 righe e cinque colonne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Cancellare tutte le righe che hanno come primo valore un numero inferiore a 10</a:t>
            </a: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Calcolare la somma di tutte le colonne dispari</a:t>
            </a:r>
          </a:p>
        </p:txBody>
      </p:sp>
    </p:spTree>
    <p:extLst>
      <p:ext uri="{BB962C8B-B14F-4D97-AF65-F5344CB8AC3E}">
        <p14:creationId xmlns:p14="http://schemas.microsoft.com/office/powerpoint/2010/main" val="172860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1EB8-8D82-133C-F892-F457CB26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64E6F1E4-A91C-4F4B-12EA-06EA8015C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125434" cy="22807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1C554-49E5-9237-5C0F-A95673ED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7734D837-9B2E-6F80-415C-729A16899F96}"/>
              </a:ext>
            </a:extLst>
          </p:cNvPr>
          <p:cNvSpPr txBox="1"/>
          <p:nvPr/>
        </p:nvSpPr>
        <p:spPr>
          <a:xfrm>
            <a:off x="1073888" y="2035287"/>
            <a:ext cx="3976578" cy="209288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Sostituire in una colonna a caso tutti  valori pari a 1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Eliminare la riga con la media più bassa</a:t>
            </a: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Moltiplicare per -1 tutte le celle che contengono numeri divisibili per 7</a:t>
            </a:r>
          </a:p>
        </p:txBody>
      </p:sp>
    </p:spTree>
    <p:extLst>
      <p:ext uri="{BB962C8B-B14F-4D97-AF65-F5344CB8AC3E}">
        <p14:creationId xmlns:p14="http://schemas.microsoft.com/office/powerpoint/2010/main" val="43887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0B4F-A209-6AC5-AA61-AF393E48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6203BCDF-53D5-B257-82CC-233E87128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3110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8945D-1BE5-2C5B-D0A5-4183E3778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3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27039538-28A3-194C-55A8-3CCEAA8E91E2}"/>
              </a:ext>
            </a:extLst>
          </p:cNvPr>
          <p:cNvSpPr txBox="1"/>
          <p:nvPr/>
        </p:nvSpPr>
        <p:spPr>
          <a:xfrm>
            <a:off x="1073887" y="2035287"/>
            <a:ext cx="5316279" cy="276998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Creare una matrice 7X10 contenente solo 11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Inserire valori randomici da -3 a 4 nella riga 3 e nella colonna 4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Sostituire le colonne dispari con soli 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Sostituire i numeri multipli di 3 con 10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Eliminare le righe con media maggiore di 8</a:t>
            </a:r>
          </a:p>
        </p:txBody>
      </p:sp>
    </p:spTree>
    <p:extLst>
      <p:ext uri="{BB962C8B-B14F-4D97-AF65-F5344CB8AC3E}">
        <p14:creationId xmlns:p14="http://schemas.microsoft.com/office/powerpoint/2010/main" val="131439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2916-D119-C22D-DF62-6AFE1A63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473C6636-B453-A251-1398-2AF42AEEC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6E16E-E63F-99F8-83CA-7CA2A0EDB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1-3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8A1979-18B2-B450-58D3-E3C2E25AA664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30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DCF52-B78C-6D6F-0B14-689022CD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F44863E9-BFF9-7F71-5318-9DF289A9E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3110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6A278-C6C0-EF6F-B45A-136E14C9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1 -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78545518-6CFB-2780-F8B5-1947134B8329}"/>
              </a:ext>
            </a:extLst>
          </p:cNvPr>
          <p:cNvSpPr txBox="1"/>
          <p:nvPr/>
        </p:nvSpPr>
        <p:spPr>
          <a:xfrm>
            <a:off x="1073887" y="2035287"/>
            <a:ext cx="5316279" cy="292387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Creare un vettore colonna A e un vettore colonna B contenente rispettivamente 6 e 5 valori casuali differenti tra loro con valori da 1 a 10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A partire dai vettori A e B, creare una matrice C di 6 righe e cinque colonne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Cancellare tutte le righe che hanno come primo valore un numero inferiore a 10</a:t>
            </a: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Calcolare la somma di tutte le colonne dispari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63A78-4CFB-E8D6-904D-B812FAF6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382" y="1831710"/>
            <a:ext cx="4009504" cy="361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2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44F4-7675-D4F0-6BC1-3D9332BA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AC3DEADF-B5EE-C29D-DCE6-411BB2FAF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125434" cy="22807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3EEDA-D7D5-D705-B49B-32D07B90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2 -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DE94B46-2094-7476-FFD3-AC140A5E6A64}"/>
              </a:ext>
            </a:extLst>
          </p:cNvPr>
          <p:cNvSpPr txBox="1"/>
          <p:nvPr/>
        </p:nvSpPr>
        <p:spPr>
          <a:xfrm>
            <a:off x="1073888" y="2035287"/>
            <a:ext cx="3976578" cy="209288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Sostituire in una colonna a caso tutti  valori pari a 1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effectLst/>
              <a:latin typeface="Lato" panose="020F0502020204030203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Eliminare la riga con la media più bassa</a:t>
            </a: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Moltiplicare per -1 tutte le celle che contengono numeri divisibili per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C1525-741E-D461-93BE-47DF26F37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151" y="1973264"/>
            <a:ext cx="5742221" cy="18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7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4F9C-2C47-A0FB-A5C6-25833A85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D8F01BA5-39C5-9383-10AB-E9D4B00F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3110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BF171-4715-DB02-536D-1AC6F138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3 -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75CDB094-5E1E-3CA7-D351-9D3C178B4D8E}"/>
              </a:ext>
            </a:extLst>
          </p:cNvPr>
          <p:cNvSpPr txBox="1"/>
          <p:nvPr/>
        </p:nvSpPr>
        <p:spPr>
          <a:xfrm>
            <a:off x="1073887" y="2035287"/>
            <a:ext cx="5316279" cy="276998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Creare una matrice 7X10 contenente solo 11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Inserire valori randomici da -3 a 4 nella riga 3 e nella colonna 4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Sostituire le colonne dispari con soli 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Sostituire i numeri multipli di 3 con 10</a:t>
            </a:r>
          </a:p>
          <a:p>
            <a:pPr rtl="0" fontAlgn="base">
              <a:buFont typeface="+mj-lt"/>
              <a:buAutoNum type="arabicPeriod"/>
            </a:pPr>
            <a:endParaRPr lang="it-IT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it-IT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Eliminare le righe con media maggiore di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578BB-A322-5373-F5D9-8BC5D8D4A047}"/>
              </a:ext>
            </a:extLst>
          </p:cNvPr>
          <p:cNvSpPr txBox="1"/>
          <p:nvPr/>
        </p:nvSpPr>
        <p:spPr>
          <a:xfrm>
            <a:off x="6539021" y="2194776"/>
            <a:ext cx="70201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A = 11*ones(7,10)</a:t>
            </a:r>
          </a:p>
          <a:p>
            <a:pPr rtl="0" fontAlgn="base">
              <a:buFont typeface="+mj-lt"/>
              <a:buAutoNum type="arabicPeriod"/>
            </a:pPr>
            <a:endParaRPr lang="en-GB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 A(3, :)=</a:t>
            </a:r>
            <a:r>
              <a:rPr lang="en-GB" sz="1800" b="0" i="0" u="none" strike="noStrike" dirty="0" err="1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randi</a:t>
            </a: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([-3 4], [1 10]), A(:,4)=</a:t>
            </a:r>
            <a:r>
              <a:rPr lang="en-GB" sz="1800" b="0" i="0" u="none" strike="noStrike" dirty="0" err="1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randi</a:t>
            </a: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([-3 </a:t>
            </a:r>
            <a:r>
              <a:rPr lang="en-GB" sz="1800" b="0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4], </a:t>
            </a: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[7 1])</a:t>
            </a:r>
          </a:p>
          <a:p>
            <a:pPr rtl="0" fontAlgn="base">
              <a:buFont typeface="+mj-lt"/>
              <a:buAutoNum type="arabicPeriod"/>
            </a:pPr>
            <a:endParaRPr lang="en-GB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A(:, 1:2:end)=0</a:t>
            </a:r>
          </a:p>
          <a:p>
            <a:pPr rtl="0" fontAlgn="base">
              <a:buFont typeface="+mj-lt"/>
              <a:buAutoNum type="arabicPeriod"/>
            </a:pPr>
            <a:endParaRPr lang="en-GB" sz="1800" b="0" i="0" u="none" strike="noStrike" dirty="0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A(rem(A,3) ==0)=10</a:t>
            </a:r>
          </a:p>
          <a:p>
            <a:pPr rtl="0" fontAlgn="base">
              <a:buFont typeface="+mj-lt"/>
              <a:buAutoNum type="arabicPeriod"/>
            </a:pPr>
            <a:endParaRPr lang="en-GB" dirty="0">
              <a:solidFill>
                <a:srgbClr val="595959"/>
              </a:solidFill>
              <a:latin typeface="Lato" panose="020F0502020204030203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A(</a:t>
            </a:r>
            <a:r>
              <a:rPr lang="en-GB" dirty="0">
                <a:solidFill>
                  <a:srgbClr val="595959"/>
                </a:solidFill>
                <a:latin typeface="Lato" panose="020F0502020204030203" pitchFamily="34" charset="0"/>
              </a:rPr>
              <a:t>mean(A,2)&gt;8</a:t>
            </a:r>
            <a:r>
              <a:rPr lang="en-GB" sz="1800" b="0" i="0" u="none" strike="noStrike" dirty="0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, :)=[]</a:t>
            </a:r>
          </a:p>
        </p:txBody>
      </p:sp>
    </p:spTree>
    <p:extLst>
      <p:ext uri="{BB962C8B-B14F-4D97-AF65-F5344CB8AC3E}">
        <p14:creationId xmlns:p14="http://schemas.microsoft.com/office/powerpoint/2010/main" val="283924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7E67-2FDB-9D8D-1992-002A327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9ED18D11-89F8-FA26-CD48-4FAFB769A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CF57CF-93F2-052A-C9B7-C7C05027F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93" y="1182312"/>
            <a:ext cx="4890253" cy="3155771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Matlab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4 -6</a:t>
            </a:r>
          </a:p>
        </p:txBody>
      </p:sp>
    </p:spTree>
    <p:extLst>
      <p:ext uri="{BB962C8B-B14F-4D97-AF65-F5344CB8AC3E}">
        <p14:creationId xmlns:p14="http://schemas.microsoft.com/office/powerpoint/2010/main" val="223193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3C3D-62B5-68D3-313E-C8D45B20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F2E47700-1C8B-EDDF-9851-60276006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0" y="2766218"/>
            <a:ext cx="5465134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C6EA3-F6ED-80A3-C6F8-CAED6598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4 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30AE5B0E-4770-F685-02D9-5EFD492B57DB}"/>
              </a:ext>
            </a:extLst>
          </p:cNvPr>
          <p:cNvSpPr txBox="1"/>
          <p:nvPr/>
        </p:nvSpPr>
        <p:spPr>
          <a:xfrm>
            <a:off x="1018955" y="2861100"/>
            <a:ext cx="5316279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una funzione che presa in ingresso la matrice C crei una nuova matrice cornice ponendo cioè a zero tutti gli elementi non appartenenti alla prima e ultima riga/colonna</a:t>
            </a:r>
          </a:p>
        </p:txBody>
      </p:sp>
    </p:spTree>
    <p:extLst>
      <p:ext uri="{BB962C8B-B14F-4D97-AF65-F5344CB8AC3E}">
        <p14:creationId xmlns:p14="http://schemas.microsoft.com/office/powerpoint/2010/main" val="32647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D387-D495-ED0B-89EC-0DE4C4B4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BEFAD3D1-E592-CD30-1FF3-31A2F6120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7F7FA-23CF-8A68-15A6-1D4F2A99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5 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24667F8-07DA-A935-F717-A8C78C5A9465}"/>
              </a:ext>
            </a:extLst>
          </p:cNvPr>
          <p:cNvSpPr txBox="1"/>
          <p:nvPr/>
        </p:nvSpPr>
        <p:spPr>
          <a:xfrm>
            <a:off x="1073888" y="2035287"/>
            <a:ext cx="4667694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una funzione che presi in ingresso il numero di righe n e colonne m crea la matrice M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nxm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contenente i primi N = (n X m) numeri dispari</a:t>
            </a:r>
          </a:p>
        </p:txBody>
      </p:sp>
    </p:spTree>
    <p:extLst>
      <p:ext uri="{BB962C8B-B14F-4D97-AF65-F5344CB8AC3E}">
        <p14:creationId xmlns:p14="http://schemas.microsoft.com/office/powerpoint/2010/main" val="198953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243C-B2E3-D212-C71A-E4D973E1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96ED083A-E23D-14AA-25C9-A49694185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162150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1995D-AC2D-5CBB-F9A2-3CDB693F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6 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94D89FBE-DBC0-3B72-DF2E-34472F13B526}"/>
              </a:ext>
            </a:extLst>
          </p:cNvPr>
          <p:cNvSpPr txBox="1"/>
          <p:nvPr/>
        </p:nvSpPr>
        <p:spPr>
          <a:xfrm>
            <a:off x="1073887" y="2035287"/>
            <a:ext cx="5316279" cy="13849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 programma che data una matrice a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NxN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crea una nuova matrice b ruotata di 90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gradi in senso antiorario rispetto ad a. Si testi su una matrice 4x4 inizializzata con i valori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[1 2 3 4; 2 3 4 5; 6 7 8 9; 0 0 0 0]</a:t>
            </a:r>
          </a:p>
        </p:txBody>
      </p:sp>
    </p:spTree>
    <p:extLst>
      <p:ext uri="{BB962C8B-B14F-4D97-AF65-F5344CB8AC3E}">
        <p14:creationId xmlns:p14="http://schemas.microsoft.com/office/powerpoint/2010/main" val="2972729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6E16-4446-32FE-9AFB-E4E800AD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42FFCB4C-4297-0793-9D38-725C739A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E6F177-EEDC-4684-5D4F-4BFC42DF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4-6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556C2B-D49A-97D9-F3EB-239D77DEB7DF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246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661E7-4859-8D01-7F2D-11E7B630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48EA42E8-978E-12E7-AB3A-A8340F1C6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0" y="2766218"/>
            <a:ext cx="5465134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3727F-79A6-6EE3-EA83-B6AEBA70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4 -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2463D71D-630B-6ED3-4B2C-1D0536548E07}"/>
              </a:ext>
            </a:extLst>
          </p:cNvPr>
          <p:cNvSpPr txBox="1"/>
          <p:nvPr/>
        </p:nvSpPr>
        <p:spPr>
          <a:xfrm>
            <a:off x="1018955" y="2861100"/>
            <a:ext cx="5316279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una funzione che presa in ingresso la matrice C crei una nuova matrice cornice ponendo cioè a zero tutti gli elementi non appartenenti alla prima e ultima riga/colonna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270FB8-1802-EAAB-DC18-7B70FABC1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25" y="2338387"/>
            <a:ext cx="41052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08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A3F9-74FC-91A8-83A6-3C907C8F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6D657EA9-4002-0B1F-6867-F6869430D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49AB8-1727-A0C5-17A1-76F53256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5 -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2C73B301-146F-D58C-251C-A6B9D6F51EC4}"/>
              </a:ext>
            </a:extLst>
          </p:cNvPr>
          <p:cNvSpPr txBox="1"/>
          <p:nvPr/>
        </p:nvSpPr>
        <p:spPr>
          <a:xfrm>
            <a:off x="1073888" y="2035287"/>
            <a:ext cx="4667694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una funzione che presi in ingresso il numero di righe n e colonne m crea la matrice M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nxm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contenente i primi N = (n X m) numeri dispari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044AA7-D7BC-D5D0-397B-931D04D1A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31550"/>
            <a:ext cx="50292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A3F288-7DB9-D1CC-730D-15DFC4A3FA09}"/>
              </a:ext>
            </a:extLst>
          </p:cNvPr>
          <p:cNvSpPr txBox="1"/>
          <p:nvPr/>
        </p:nvSpPr>
        <p:spPr>
          <a:xfrm>
            <a:off x="8016947" y="1940405"/>
            <a:ext cx="14353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dispari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0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ABCC-1317-D416-46C0-F36018A5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1E3C4BC6-6558-5683-F156-D8604AE5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5465134" cy="162150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0B31F-944F-18B5-70F4-47DD49F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6 -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357B55A-5FE5-7644-2F5B-4CB82905F2B1}"/>
              </a:ext>
            </a:extLst>
          </p:cNvPr>
          <p:cNvSpPr txBox="1"/>
          <p:nvPr/>
        </p:nvSpPr>
        <p:spPr>
          <a:xfrm>
            <a:off x="1073887" y="2035287"/>
            <a:ext cx="5316279" cy="13849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Scrivere un programma che data una matrice a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NxN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crea una nuova matrice b ruotata di 90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gradi in senso antiorario rispetto ad a. Si testi su una matrice 4x4 inizializzata con i valori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[1 2 3 4; 2 3 4 5; 6 7 8 9; 0 0 0 0]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BB698-B52E-9363-2A62-F7D62C1E4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87" y="4243387"/>
            <a:ext cx="65436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40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09D3-7F51-190C-B755-C59DDFA8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4E94C8EE-3942-FDF3-6369-26CC921561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3B2EB-B80C-EE7A-A3A0-814DAD517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93" y="1182312"/>
            <a:ext cx="4890253" cy="3155771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latin typeface="Abadi" panose="020B0604020104020204" pitchFamily="34" charset="0"/>
              </a:rPr>
              <a:t>Matlab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7-9</a:t>
            </a:r>
          </a:p>
        </p:txBody>
      </p:sp>
    </p:spTree>
    <p:extLst>
      <p:ext uri="{BB962C8B-B14F-4D97-AF65-F5344CB8AC3E}">
        <p14:creationId xmlns:p14="http://schemas.microsoft.com/office/powerpoint/2010/main" val="1098513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5118-429F-AEA5-819D-8DBA34BF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347284E0-447F-FC2B-AAE5-2FA2983E4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35" y="1690706"/>
            <a:ext cx="4137837" cy="43379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8B451-3279-3EAB-71DB-511BEAE9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7 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6665D6FC-9792-1E55-840B-472809BED388}"/>
              </a:ext>
            </a:extLst>
          </p:cNvPr>
          <p:cNvSpPr txBox="1"/>
          <p:nvPr/>
        </p:nvSpPr>
        <p:spPr>
          <a:xfrm>
            <a:off x="965792" y="1778550"/>
            <a:ext cx="3861389" cy="415498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Realizzare uno script Matlab per: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a. Creare una matrice M di dimensioni 7 × 5 contenente 0 che rappresenti l’inizio di una partita di forza 4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b. Chiedere ai due giocatori,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finchè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uno di questi non inserisce la lettera ’q’ , di inserire la colonna (tra 1 e 7) dove intende inserire la propria pedina (Attenzione a quali colonne non sono ancora piene!)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c. Inserire la pedina nella colonna corretta, distinguendo le pedine di ciascun giocatore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d. Ad ogni turno visualizzare la matrice M così ottenuta.</a:t>
            </a:r>
          </a:p>
        </p:txBody>
      </p:sp>
    </p:spTree>
    <p:extLst>
      <p:ext uri="{BB962C8B-B14F-4D97-AF65-F5344CB8AC3E}">
        <p14:creationId xmlns:p14="http://schemas.microsoft.com/office/powerpoint/2010/main" val="1588000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5D90-A068-8D03-54FA-34752205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E9D25BB3-B0E7-18BB-A832-2BF59C4E0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50478-2196-5B2C-770E-623CD29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8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13CBEDC-8943-DED5-8405-BF9346CE5A00}"/>
              </a:ext>
            </a:extLst>
          </p:cNvPr>
          <p:cNvSpPr txBox="1"/>
          <p:nvPr/>
        </p:nvSpPr>
        <p:spPr>
          <a:xfrm>
            <a:off x="999460" y="2049188"/>
            <a:ext cx="4667694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Sapendo che il quadrato di n è uguale alla somma dei primi n numeri dispari, creare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uno script che calcoli il quadrato in questo modo di un numero inserito da utente.</a:t>
            </a:r>
          </a:p>
        </p:txBody>
      </p:sp>
    </p:spTree>
    <p:extLst>
      <p:ext uri="{BB962C8B-B14F-4D97-AF65-F5344CB8AC3E}">
        <p14:creationId xmlns:p14="http://schemas.microsoft.com/office/powerpoint/2010/main" val="1467303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4774-FD92-2160-DA68-8AB4FEDA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46555A4A-072F-CCEA-F89F-8DD6F1253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21318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85C75-8C65-EBAE-4033-E4F6D122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9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80270B2F-A239-28EC-8691-8AC4564146F5}"/>
              </a:ext>
            </a:extLst>
          </p:cNvPr>
          <p:cNvSpPr txBox="1"/>
          <p:nvPr/>
        </p:nvSpPr>
        <p:spPr>
          <a:xfrm>
            <a:off x="999460" y="2049188"/>
            <a:ext cx="4667694" cy="19389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Data una matrice quadrata, leggerla a spirale e metterne il contenuto in un vettore.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La lettura a spirale avviene andando a leggere la prima riga, poi l’ultima colonna, quindi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l’ultima riga ed infine la prima colonna. L’operazione si ripete per le colonne e righe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progressivamente più interne</a:t>
            </a:r>
          </a:p>
        </p:txBody>
      </p:sp>
    </p:spTree>
    <p:extLst>
      <p:ext uri="{BB962C8B-B14F-4D97-AF65-F5344CB8AC3E}">
        <p14:creationId xmlns:p14="http://schemas.microsoft.com/office/powerpoint/2010/main" val="2046717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8DA7-A759-BFEB-A5E1-FB8A936A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ollection of geometric shapes&#10;&#10;Description automatically generated">
            <a:extLst>
              <a:ext uri="{FF2B5EF4-FFF2-40B4-BE49-F238E27FC236}">
                <a16:creationId xmlns:a16="http://schemas.microsoft.com/office/drawing/2014/main" id="{0130F798-6A1E-4CB4-B299-8E9A4F68C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2" r="7156" b="2"/>
          <a:stretch/>
        </p:blipFill>
        <p:spPr>
          <a:xfrm>
            <a:off x="5443146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AB955E-7AF2-3A63-180C-32542B2B4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43040"/>
            <a:ext cx="4604945" cy="4771920"/>
          </a:xfrm>
        </p:spPr>
        <p:txBody>
          <a:bodyPr anchor="ctr">
            <a:normAutofit/>
          </a:bodyPr>
          <a:lstStyle/>
          <a:p>
            <a:pPr algn="r"/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Esercizi</a:t>
            </a:r>
            <a:r>
              <a:rPr lang="en-US" dirty="0">
                <a:latin typeface="Abadi" panose="020B0604020104020204" pitchFamily="34" charset="0"/>
              </a:rPr>
              <a:t> 7-9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 err="1">
                <a:latin typeface="Abadi" panose="020B0604020104020204" pitchFamily="34" charset="0"/>
              </a:rPr>
              <a:t>Soluzioni</a:t>
            </a:r>
            <a:endParaRPr lang="en-US" dirty="0">
              <a:latin typeface="Abadi" panose="020B0604020104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C00AF8-2B22-1D2D-8FBC-80CBBEF61DA2}"/>
              </a:ext>
            </a:extLst>
          </p:cNvPr>
          <p:cNvCxnSpPr>
            <a:cxnSpLocks/>
          </p:cNvCxnSpPr>
          <p:nvPr/>
        </p:nvCxnSpPr>
        <p:spPr>
          <a:xfrm>
            <a:off x="0" y="4376358"/>
            <a:ext cx="5358809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612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1338-4B54-E6F5-6440-053F9B54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4D40C174-95FE-8D5D-9405-088DE706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35" y="1690706"/>
            <a:ext cx="4137837" cy="43379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FA4E9-F7DF-D60A-9C34-B2138507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7 -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E83155CF-EFD7-A84E-2438-A5FA2D6C813E}"/>
              </a:ext>
            </a:extLst>
          </p:cNvPr>
          <p:cNvSpPr txBox="1"/>
          <p:nvPr/>
        </p:nvSpPr>
        <p:spPr>
          <a:xfrm>
            <a:off x="965792" y="1778550"/>
            <a:ext cx="3861389" cy="415498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Realizzare uno script Matlab per: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a. Creare una matrice M di dimensioni 7 × 5 contenente 0 che rappresenti l’inizio di una partita di forza 4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b. Chiedere ai due giocatori, </a:t>
            </a:r>
            <a:r>
              <a:rPr lang="it-IT" sz="1800" b="0" i="0" u="none" strike="noStrike" dirty="0" err="1">
                <a:effectLst/>
                <a:latin typeface="Lato" panose="020F0502020204030203" pitchFamily="34" charset="0"/>
              </a:rPr>
              <a:t>finchè</a:t>
            </a:r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 uno di questi non inserisce la lettera ’q’ , di inserire la colonna (tra 1 e 7) dove intende inserire la propria pedina (Attenzione a quali colonne non sono ancora piene!)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c. Inserire la pedina nella colonna corretta, distinguendo le pedine di ciascun giocatore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d. Ad ogni turno visualizzare la matrice M così ottenuta.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4A920-00FD-0231-32D8-CBC128AC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29" y="1523369"/>
            <a:ext cx="6906408" cy="519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09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37E8-D9DB-DF74-CEEF-72296F57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190160AC-BF05-3DC8-6324-5A10526B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3AA04-99EE-A43B-E117-AB0AF69F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8 -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4C412D41-963B-D06F-C910-95CBA6E6D458}"/>
              </a:ext>
            </a:extLst>
          </p:cNvPr>
          <p:cNvSpPr txBox="1"/>
          <p:nvPr/>
        </p:nvSpPr>
        <p:spPr>
          <a:xfrm>
            <a:off x="999460" y="2049188"/>
            <a:ext cx="4667694" cy="110799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Sapendo che il quadrato di n è uguale alla somma dei primi n numeri dispari, creare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uno script che calcoli il quadrato in questo modo di un numero inserito da utente.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FFA84-52B2-F173-9904-7E84D75F5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2" y="3515666"/>
            <a:ext cx="964882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41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38D7-226E-CEF7-FED9-50CE30E6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1464D78F-CF64-3CDD-75AA-14569AE6B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32" y="1940405"/>
            <a:ext cx="4816550" cy="21318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95662"/>
            </a:solidFill>
            <a:round/>
            <a:headEnd/>
            <a:tailEnd/>
          </a:ln>
        </p:spPr>
        <p:txBody>
          <a:bodyPr lIns="45719" tIns="45719" rIns="45719" bIns="45719"/>
          <a:lstStyle/>
          <a:p>
            <a:pPr eaLnBrk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BE48B-3675-FC2E-11B2-A165BDBF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365144"/>
            <a:ext cx="10515600" cy="1325563"/>
          </a:xfrm>
        </p:spPr>
        <p:txBody>
          <a:bodyPr/>
          <a:lstStyle/>
          <a:p>
            <a:r>
              <a:rPr lang="it-IT" dirty="0"/>
              <a:t>Esercizio 9 - Soluzioni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423E377D-4B1D-F464-B92D-1924CDB6CC14}"/>
              </a:ext>
            </a:extLst>
          </p:cNvPr>
          <p:cNvSpPr txBox="1"/>
          <p:nvPr/>
        </p:nvSpPr>
        <p:spPr>
          <a:xfrm>
            <a:off x="999460" y="2049188"/>
            <a:ext cx="4667694" cy="19389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Data una matrice quadrata, leggerla a spirale e metterne il contenuto in un vettore.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La lettura a spirale avviene andando a leggere la prima riga, poi l’ultima colonna, quindi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l’ultima riga ed infine la prima colonna. L’operazione si ripete per le colonne e righe</a:t>
            </a:r>
          </a:p>
          <a:p>
            <a:pPr rtl="0" fontAlgn="base"/>
            <a:r>
              <a:rPr lang="it-IT" sz="1800" b="0" i="0" u="none" strike="noStrike" dirty="0">
                <a:effectLst/>
                <a:latin typeface="Lato" panose="020F0502020204030203" pitchFamily="34" charset="0"/>
              </a:rPr>
              <a:t>progressivamente più interne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9238E-1F80-0AA4-3C91-38EAB4E7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0405"/>
            <a:ext cx="5347137" cy="447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37972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851</TotalTime>
  <Words>1054</Words>
  <Application>Microsoft Office PowerPoint</Application>
  <PresentationFormat>Widescreen</PresentationFormat>
  <Paragraphs>107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Abadi</vt:lpstr>
      <vt:lpstr>Aharoni</vt:lpstr>
      <vt:lpstr>Arial</vt:lpstr>
      <vt:lpstr>Avenir Next LT Pro</vt:lpstr>
      <vt:lpstr>Courier New</vt:lpstr>
      <vt:lpstr>Lato</vt:lpstr>
      <vt:lpstr>FadeVTI</vt:lpstr>
      <vt:lpstr>Laboratorio   02-12-2024</vt:lpstr>
      <vt:lpstr>Matlab Esercizi 1 -3</vt:lpstr>
      <vt:lpstr>Esercizio 1</vt:lpstr>
      <vt:lpstr>Esercizio 2</vt:lpstr>
      <vt:lpstr>Esercizio 3</vt:lpstr>
      <vt:lpstr> Esercizi 1-3  Soluzioni</vt:lpstr>
      <vt:lpstr>Esercizio 1 - Soluzioni</vt:lpstr>
      <vt:lpstr>Esercizio 2 - Soluzioni</vt:lpstr>
      <vt:lpstr>Esercizio 3 - Soluzioni</vt:lpstr>
      <vt:lpstr>Matlab Esercizi 4 -6</vt:lpstr>
      <vt:lpstr>Esercizio 4 </vt:lpstr>
      <vt:lpstr>Esercizio 5 </vt:lpstr>
      <vt:lpstr>Esercizio 6 </vt:lpstr>
      <vt:lpstr> Esercizi 4-6  Soluzioni</vt:lpstr>
      <vt:lpstr>Esercizio 4 - Soluzioni</vt:lpstr>
      <vt:lpstr>Esercizio 5 - Soluzioni</vt:lpstr>
      <vt:lpstr>Esercizio 6 - Soluzioni</vt:lpstr>
      <vt:lpstr>Matlab Esercizi 7-9</vt:lpstr>
      <vt:lpstr>Esercizio 7 </vt:lpstr>
      <vt:lpstr>Esercizio 8</vt:lpstr>
      <vt:lpstr>Esercizio 9</vt:lpstr>
      <vt:lpstr> Esercizi 7-9  Soluzioni</vt:lpstr>
      <vt:lpstr>Esercizio 7 - Soluzioni</vt:lpstr>
      <vt:lpstr>Esercizio 8 - Soluzioni</vt:lpstr>
      <vt:lpstr>Esercizio 9 - Soluzioni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Luciano Cambria</dc:creator>
  <cp:lastModifiedBy>Francesco Luciano Cambria</cp:lastModifiedBy>
  <cp:revision>1</cp:revision>
  <dcterms:created xsi:type="dcterms:W3CDTF">2024-11-11T13:16:18Z</dcterms:created>
  <dcterms:modified xsi:type="dcterms:W3CDTF">2024-12-02T10:35:02Z</dcterms:modified>
</cp:coreProperties>
</file>